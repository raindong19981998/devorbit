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_rels/presentation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_rels/slideLayout12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presProps.xml" ContentType="application/vnd.openxmlformats-officedocument.presentationml.presProps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9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_rels/slide8.xml.rels" ContentType="application/vnd.openxmlformats-package.relationships+xml"/>
  <Override PartName="/ppt/slides/_rels/slide10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13.xml.rels" ContentType="application/vnd.openxmlformats-package.relationships+xml"/>
  <Override PartName="/ppt/slides/_rels/slide16.xml.rels" ContentType="application/vnd.openxmlformats-package.relationships+xml"/>
  <Override PartName="/ppt/slides/_rels/slide12.xml.rels" ContentType="application/vnd.openxmlformats-package.relationships+xml"/>
  <Override PartName="/ppt/slides/_rels/slide15.xml.rels" ContentType="application/vnd.openxmlformats-package.relationships+xml"/>
  <Override PartName="/ppt/slides/_rels/slide9.xml.rels" ContentType="application/vnd.openxmlformats-package.relationships+xml"/>
  <Override PartName="/ppt/slides/_rels/slide11.xml.rels" ContentType="application/vnd.openxmlformats-package.relationships+xml"/>
  <Override PartName="/ppt/slides/_rels/slide14.xml.rels" ContentType="application/vnd.openxmlformats-package.relationships+xml"/>
  <Override PartName="/ppt/slides/_rels/slide17.xml.rels" ContentType="application/vnd.openxmlformats-package.relationships+xml"/>
  <Override PartName="/ppt/slides/_rels/slide1.xml.rels" ContentType="application/vnd.openxmlformats-package.relationships+xml"/>
  <Override PartName="/ppt/slides/_rels/slide4.xml.rels" ContentType="application/vnd.openxmlformats-package.relationships+xml"/>
  <Override PartName="/ppt/slides/_rels/slide2.xml.rels" ContentType="application/vnd.openxmlformats-package.relationships+xml"/>
  <Override PartName="/ppt/slides/_rels/slide5.xml.rels" ContentType="application/vnd.openxmlformats-package.relationships+xml"/>
  <Override PartName="/ppt/slides/_rels/slide3.xml.rels" ContentType="application/vnd.openxmlformats-package.relationships+xml"/>
  <Override PartName="/ppt/slides/slide16.xml" ContentType="application/vnd.openxmlformats-officedocument.presentationml.slide+xml"/>
  <Override PartName="/ppt/slides/slide1.xml" ContentType="application/vnd.openxmlformats-officedocument.presentationml.slide+xml"/>
  <Override PartName="/ppt/slides/slide15.xml" ContentType="application/vnd.openxmlformats-officedocument.presentationml.slide+xml"/>
  <Override PartName="/ppt/slides/slide1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</p:sldIdLst>
  <p:sldSz cx="12192000" cy="68580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A5CD995C-AF71-4D1F-8FFC-8856C3D4B336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74C6EB12-8C1E-487E-817F-05CA58EF493E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9AE9C975-F4EB-4199-9302-8A1F62A63240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442692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/>
          </p:nvPr>
        </p:nvSpPr>
        <p:spPr>
          <a:xfrm>
            <a:off x="5152680" y="1326600"/>
            <a:ext cx="442692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17B70F4A-3331-40BA-B0D6-D0C9A0CC24FC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96E70AF4-A9C4-4BF7-9F44-E6FABAE9E792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504000" y="226080"/>
            <a:ext cx="9071640" cy="4388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2CCA6500-E8EE-4FC4-95A7-5D4BCB7558F0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/>
          </p:nvPr>
        </p:nvSpPr>
        <p:spPr>
          <a:xfrm>
            <a:off x="5152680" y="1326600"/>
            <a:ext cx="442692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/>
          </p:nvPr>
        </p:nvSpPr>
        <p:spPr>
          <a:xfrm>
            <a:off x="504000" y="304416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F2022E98-2D38-4D7C-A26E-CBA1AD05DBAC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442692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/>
          </p:nvPr>
        </p:nvSpPr>
        <p:spPr>
          <a:xfrm>
            <a:off x="5152680" y="132660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/>
          </p:nvPr>
        </p:nvSpPr>
        <p:spPr>
          <a:xfrm>
            <a:off x="5152680" y="304416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466AB753-0018-45F6-89FD-88456C161E3E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/>
          </p:nvPr>
        </p:nvSpPr>
        <p:spPr>
          <a:xfrm>
            <a:off x="5152680" y="132660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/>
          </p:nvPr>
        </p:nvSpPr>
        <p:spPr>
          <a:xfrm>
            <a:off x="504000" y="3044160"/>
            <a:ext cx="907164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5D486792-CC87-47F4-AF59-AA78E6F38F49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164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504000" y="3044160"/>
            <a:ext cx="907164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C4CDB6CE-D05B-4FD2-B265-F45F376C980F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5152680" y="132660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/>
          </p:nvPr>
        </p:nvSpPr>
        <p:spPr>
          <a:xfrm>
            <a:off x="504000" y="304416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/>
          </p:nvPr>
        </p:nvSpPr>
        <p:spPr>
          <a:xfrm>
            <a:off x="5152680" y="304416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1E3B9368-A05B-4E4C-AE37-E2DB3A6EE76C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292068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3571200" y="1326600"/>
            <a:ext cx="292068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/>
          </p:nvPr>
        </p:nvSpPr>
        <p:spPr>
          <a:xfrm>
            <a:off x="6638040" y="1326600"/>
            <a:ext cx="292068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/>
          </p:nvPr>
        </p:nvSpPr>
        <p:spPr>
          <a:xfrm>
            <a:off x="504000" y="3044160"/>
            <a:ext cx="292068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/>
          </p:nvPr>
        </p:nvSpPr>
        <p:spPr>
          <a:xfrm>
            <a:off x="3571200" y="3044160"/>
            <a:ext cx="292068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/>
          </p:nvPr>
        </p:nvSpPr>
        <p:spPr>
          <a:xfrm>
            <a:off x="6638040" y="3044160"/>
            <a:ext cx="292068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9E0ADD66-2E0D-4711-AF07-DD2BD232DEB3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r>
              <a:rPr b="0" lang="en-US" sz="4400" spc="-1" strike="noStrike">
                <a:latin typeface="Arial"/>
              </a:rPr>
              <a:t>Click to edit the title text format</a:t>
            </a:r>
            <a:endParaRPr b="0" lang="en-US" sz="4400" spc="-1" strike="noStrike"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latin typeface="Arial"/>
              </a:rPr>
              <a:t>Click to edit the outline text format</a:t>
            </a:r>
            <a:endParaRPr b="0" lang="en-US" sz="3200" spc="-1" strike="noStrike"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latin typeface="Arial"/>
              </a:rPr>
              <a:t>Second Outline Level</a:t>
            </a:r>
            <a:endParaRPr b="0" lang="en-US" sz="2800" spc="-1" strike="noStrike"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latin typeface="Arial"/>
              </a:rPr>
              <a:t>Third Outline Level</a:t>
            </a:r>
            <a:endParaRPr b="0" lang="en-US" sz="2400" spc="-1" strike="noStrike"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latin typeface="Arial"/>
              </a:rPr>
              <a:t>Fourth Outline Level</a:t>
            </a:r>
            <a:endParaRPr b="0" lang="en-US" sz="2000" spc="-1" strike="noStrike"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Fifth Outline Level</a:t>
            </a:r>
            <a:endParaRPr b="0" lang="en-US" sz="2000" spc="-1" strike="noStrike"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Sixth Outline Level</a:t>
            </a:r>
            <a:endParaRPr b="0" lang="en-US" sz="2000" spc="-1" strike="noStrike"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Seventh Outline Level</a:t>
            </a:r>
            <a:endParaRPr b="0" lang="en-US" sz="2000" spc="-1" strike="noStrike">
              <a:latin typeface="Arial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dt" idx="1"/>
          </p:nvPr>
        </p:nvSpPr>
        <p:spPr>
          <a:xfrm>
            <a:off x="504000" y="5165280"/>
            <a:ext cx="2348280" cy="390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>
              <a:defRPr b="0" lang="en-US" sz="1400" spc="-1" strike="noStrike">
                <a:latin typeface="Times New Roman"/>
              </a:defRPr>
            </a:lvl1pPr>
          </a:lstStyle>
          <a:p>
            <a:r>
              <a:rPr b="0" lang="en-US" sz="1400" spc="-1" strike="noStrike">
                <a:latin typeface="Times New Roman"/>
              </a:rPr>
              <a:t>&lt;date/time&gt;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ftr" idx="2"/>
          </p:nvPr>
        </p:nvSpPr>
        <p:spPr>
          <a:xfrm>
            <a:off x="3447360" y="5165280"/>
            <a:ext cx="3195000" cy="390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algn="ctr">
              <a:buNone/>
              <a:defRPr b="0" lang="en-US" sz="1400" spc="-1" strike="noStrike">
                <a:latin typeface="Times New Roman"/>
              </a:defRPr>
            </a:lvl1pPr>
          </a:lstStyle>
          <a:p>
            <a:pPr algn="ctr">
              <a:buNone/>
            </a:pPr>
            <a:r>
              <a:rPr b="0" lang="en-US" sz="1400" spc="-1" strike="noStrike">
                <a:latin typeface="Times New Roman"/>
              </a:rPr>
              <a:t>&lt;footer&gt;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sldNum" idx="3"/>
          </p:nvPr>
        </p:nvSpPr>
        <p:spPr>
          <a:xfrm>
            <a:off x="7227360" y="5165280"/>
            <a:ext cx="2348280" cy="390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algn="r">
              <a:buNone/>
              <a:defRPr b="0" lang="en-US" sz="1400" spc="-1" strike="noStrike">
                <a:latin typeface="Times New Roman"/>
              </a:defRPr>
            </a:lvl1pPr>
          </a:lstStyle>
          <a:p>
            <a:pPr algn="r">
              <a:buNone/>
            </a:pPr>
            <a:fld id="{71A11149-761D-42A7-9FF2-A97800F00501}" type="slidenum">
              <a:rPr b="0" lang="en-US" sz="1400" spc="-1" strike="noStrike">
                <a:latin typeface="Times New Roman"/>
              </a:rPr>
              <a:t>&lt;number&gt;</a:t>
            </a:fld>
            <a:endParaRPr b="0" lang="en-US" sz="1400" spc="-1" strike="noStrike"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"/>
          <p:cNvSpPr/>
          <p:nvPr/>
        </p:nvSpPr>
        <p:spPr>
          <a:xfrm>
            <a:off x="0" y="0"/>
            <a:ext cx="12191760" cy="6858000"/>
          </a:xfrm>
          <a:prstGeom prst="rect">
            <a:avLst/>
          </a:prstGeom>
          <a:solidFill>
            <a:srgbClr val="162b35"/>
          </a:solidFill>
          <a:ln w="0">
            <a:solidFill>
              <a:srgbClr val="162b35"/>
            </a:solidFill>
          </a:ln>
        </p:spPr>
      </p:sp>
      <p:sp>
        <p:nvSpPr>
          <p:cNvPr id="42" name=""/>
          <p:cNvSpPr txBox="1"/>
          <p:nvPr/>
        </p:nvSpPr>
        <p:spPr>
          <a:xfrm>
            <a:off x="720000" y="414000"/>
            <a:ext cx="3600000" cy="18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000" spc="-1" strike="noStrike">
                <a:solidFill>
                  <a:srgbClr val="ccef73"/>
                </a:solidFill>
                <a:latin typeface="Courier New"/>
              </a:rPr>
              <a:t>01 / 17   DEVORBIT</a:t>
            </a:r>
            <a:endParaRPr b="1" lang="en-US" sz="1000" spc="-1" strike="noStrike">
              <a:solidFill>
                <a:srgbClr val="ccef73"/>
              </a:solidFill>
              <a:latin typeface="Courier New"/>
            </a:endParaRPr>
          </a:p>
        </p:txBody>
      </p:sp>
      <p:sp>
        <p:nvSpPr>
          <p:cNvPr id="43" name=""/>
          <p:cNvSpPr txBox="1"/>
          <p:nvPr/>
        </p:nvSpPr>
        <p:spPr>
          <a:xfrm>
            <a:off x="720000" y="864000"/>
            <a:ext cx="10800000" cy="756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4200" spc="-1" strike="noStrike">
                <a:solidFill>
                  <a:srgbClr val="fffdf7"/>
                </a:solidFill>
                <a:latin typeface="Noto Sans CJK SC"/>
              </a:rPr>
              <a:t>DevOrbit</a:t>
            </a:r>
            <a:endParaRPr b="1" lang="en-US" sz="4200" spc="-1" strike="noStrike">
              <a:solidFill>
                <a:srgbClr val="fffdf7"/>
              </a:solidFill>
              <a:latin typeface="Noto Sans CJK SC"/>
            </a:endParaRPr>
          </a:p>
        </p:txBody>
      </p:sp>
      <p:sp>
        <p:nvSpPr>
          <p:cNvPr id="44" name=""/>
          <p:cNvSpPr txBox="1"/>
          <p:nvPr/>
        </p:nvSpPr>
        <p:spPr>
          <a:xfrm>
            <a:off x="738000" y="1800000"/>
            <a:ext cx="10260000" cy="648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zh-CN" sz="2500" spc="-1" strike="noStrike">
                <a:solidFill>
                  <a:srgbClr val="ccef73"/>
                </a:solidFill>
                <a:latin typeface="Noto Sans CJK SC"/>
              </a:rPr>
              <a:t>多 </a:t>
            </a:r>
            <a:r>
              <a:rPr b="1" lang="en-US" sz="2500" spc="-1" strike="noStrike">
                <a:solidFill>
                  <a:srgbClr val="ccef73"/>
                </a:solidFill>
                <a:latin typeface="Noto Sans CJK SC"/>
              </a:rPr>
              <a:t>Agent </a:t>
            </a:r>
            <a:r>
              <a:rPr b="1" lang="zh-CN" sz="2500" spc="-1" strike="noStrike">
                <a:solidFill>
                  <a:srgbClr val="ccef73"/>
                </a:solidFill>
                <a:latin typeface="Noto Sans CJK SC"/>
              </a:rPr>
              <a:t>软件研发闭环引擎</a:t>
            </a:r>
            <a:endParaRPr b="1" lang="en-US" sz="2500" spc="-1" strike="noStrike">
              <a:solidFill>
                <a:srgbClr val="ccef73"/>
              </a:solidFill>
              <a:latin typeface="Noto Sans CJK SC"/>
            </a:endParaRPr>
          </a:p>
        </p:txBody>
      </p:sp>
      <p:sp>
        <p:nvSpPr>
          <p:cNvPr id="45" name=""/>
          <p:cNvSpPr/>
          <p:nvPr/>
        </p:nvSpPr>
        <p:spPr>
          <a:xfrm>
            <a:off x="8100000" y="1080000"/>
            <a:ext cx="2808000" cy="3060000"/>
          </a:xfrm>
          <a:prstGeom prst="rect">
            <a:avLst/>
          </a:prstGeom>
          <a:solidFill>
            <a:srgbClr val="1e3942"/>
          </a:solidFill>
          <a:ln w="0">
            <a:solidFill>
              <a:srgbClr val="1e3942"/>
            </a:solidFill>
          </a:ln>
        </p:spPr>
      </p:sp>
      <p:sp>
        <p:nvSpPr>
          <p:cNvPr id="46" name=""/>
          <p:cNvSpPr txBox="1"/>
          <p:nvPr/>
        </p:nvSpPr>
        <p:spPr>
          <a:xfrm>
            <a:off x="8640000" y="1404000"/>
            <a:ext cx="1800000" cy="234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zh-CN" sz="2300" spc="-1" strike="noStrike">
                <a:solidFill>
                  <a:srgbClr val="ccef73"/>
                </a:solidFill>
                <a:latin typeface="Noto Sans CJK SC"/>
              </a:rPr>
              <a:t>缺陷</a:t>
            </a:r>
            <a:endParaRPr b="1" lang="en-US" sz="2300" spc="-1" strike="noStrike">
              <a:solidFill>
                <a:srgbClr val="ccef73"/>
              </a:solidFill>
              <a:latin typeface="Noto Sans CJK SC"/>
            </a:endParaRPr>
          </a:p>
          <a:p>
            <a:r>
              <a:rPr b="1" lang="en-US" sz="2300" spc="-1" strike="noStrike">
                <a:solidFill>
                  <a:srgbClr val="ccef73"/>
                </a:solidFill>
                <a:latin typeface="Noto Sans CJK SC"/>
              </a:rPr>
              <a:t>→ </a:t>
            </a:r>
            <a:r>
              <a:rPr b="1" lang="zh-CN" sz="2300" spc="-1" strike="noStrike">
                <a:solidFill>
                  <a:srgbClr val="ccef73"/>
                </a:solidFill>
                <a:latin typeface="Noto Sans CJK SC"/>
              </a:rPr>
              <a:t>根因</a:t>
            </a:r>
            <a:endParaRPr b="1" lang="en-US" sz="2300" spc="-1" strike="noStrike">
              <a:solidFill>
                <a:srgbClr val="ccef73"/>
              </a:solidFill>
              <a:latin typeface="Noto Sans CJK SC"/>
            </a:endParaRPr>
          </a:p>
          <a:p>
            <a:r>
              <a:rPr b="1" lang="en-US" sz="2300" spc="-1" strike="noStrike">
                <a:solidFill>
                  <a:srgbClr val="ccef73"/>
                </a:solidFill>
                <a:latin typeface="Noto Sans CJK SC"/>
              </a:rPr>
              <a:t>→ </a:t>
            </a:r>
            <a:r>
              <a:rPr b="1" lang="zh-CN" sz="2300" spc="-1" strike="noStrike">
                <a:solidFill>
                  <a:srgbClr val="ccef73"/>
                </a:solidFill>
                <a:latin typeface="Noto Sans CJK SC"/>
              </a:rPr>
              <a:t>补丁</a:t>
            </a:r>
            <a:endParaRPr b="1" lang="en-US" sz="2300" spc="-1" strike="noStrike">
              <a:solidFill>
                <a:srgbClr val="ccef73"/>
              </a:solidFill>
              <a:latin typeface="Noto Sans CJK SC"/>
            </a:endParaRPr>
          </a:p>
          <a:p>
            <a:r>
              <a:rPr b="1" lang="en-US" sz="2300" spc="-1" strike="noStrike">
                <a:solidFill>
                  <a:srgbClr val="ccef73"/>
                </a:solidFill>
                <a:latin typeface="Noto Sans CJK SC"/>
              </a:rPr>
              <a:t>→ </a:t>
            </a:r>
            <a:r>
              <a:rPr b="1" lang="zh-CN" sz="2300" spc="-1" strike="noStrike">
                <a:solidFill>
                  <a:srgbClr val="ccef73"/>
                </a:solidFill>
                <a:latin typeface="Noto Sans CJK SC"/>
              </a:rPr>
              <a:t>验证</a:t>
            </a:r>
            <a:endParaRPr b="1" lang="en-US" sz="2300" spc="-1" strike="noStrike">
              <a:solidFill>
                <a:srgbClr val="ccef73"/>
              </a:solidFill>
              <a:latin typeface="Noto Sans CJK SC"/>
            </a:endParaRPr>
          </a:p>
          <a:p>
            <a:r>
              <a:rPr b="1" lang="en-US" sz="2300" spc="-1" strike="noStrike">
                <a:solidFill>
                  <a:srgbClr val="ccef73"/>
                </a:solidFill>
                <a:latin typeface="Noto Sans CJK SC"/>
              </a:rPr>
              <a:t>→ </a:t>
            </a:r>
            <a:r>
              <a:rPr b="1" lang="zh-CN" sz="2300" spc="-1" strike="noStrike">
                <a:solidFill>
                  <a:srgbClr val="ccef73"/>
                </a:solidFill>
                <a:latin typeface="Noto Sans CJK SC"/>
              </a:rPr>
              <a:t>发布</a:t>
            </a:r>
            <a:endParaRPr b="1" lang="en-US" sz="2300" spc="-1" strike="noStrike">
              <a:solidFill>
                <a:srgbClr val="ccef73"/>
              </a:solidFill>
              <a:latin typeface="Noto Sans CJK SC"/>
            </a:endParaRPr>
          </a:p>
          <a:p>
            <a:r>
              <a:rPr b="1" lang="en-US" sz="2300" spc="-1" strike="noStrike">
                <a:solidFill>
                  <a:srgbClr val="ccef73"/>
                </a:solidFill>
                <a:latin typeface="Noto Sans CJK SC"/>
              </a:rPr>
              <a:t>→ </a:t>
            </a:r>
            <a:r>
              <a:rPr b="1" lang="zh-CN" sz="2300" spc="-1" strike="noStrike">
                <a:solidFill>
                  <a:srgbClr val="ccef73"/>
                </a:solidFill>
                <a:latin typeface="Noto Sans CJK SC"/>
              </a:rPr>
              <a:t>知识</a:t>
            </a:r>
            <a:endParaRPr b="1" lang="en-US" sz="2300" spc="-1" strike="noStrike">
              <a:solidFill>
                <a:srgbClr val="ccef73"/>
              </a:solidFill>
              <a:latin typeface="Noto Sans CJK SC"/>
            </a:endParaRPr>
          </a:p>
        </p:txBody>
      </p:sp>
      <p:sp>
        <p:nvSpPr>
          <p:cNvPr id="47" name=""/>
          <p:cNvSpPr txBox="1"/>
          <p:nvPr/>
        </p:nvSpPr>
        <p:spPr>
          <a:xfrm>
            <a:off x="738000" y="3204000"/>
            <a:ext cx="2880000" cy="32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zh-CN" sz="1300" spc="-1" strike="noStrike">
                <a:solidFill>
                  <a:srgbClr val="fffdf7"/>
                </a:solidFill>
                <a:latin typeface="Noto Sans CJK SC"/>
              </a:rPr>
              <a:t>初赛方案 </a:t>
            </a:r>
            <a:r>
              <a:rPr b="1" lang="en-US" sz="1300" spc="-1" strike="noStrike">
                <a:solidFill>
                  <a:srgbClr val="fffdf7"/>
                </a:solidFill>
                <a:latin typeface="Noto Sans CJK SC"/>
              </a:rPr>
              <a:t>· V0.6.0</a:t>
            </a:r>
            <a:endParaRPr b="1" lang="en-US" sz="1300" spc="-1" strike="noStrike">
              <a:solidFill>
                <a:srgbClr val="fffdf7"/>
              </a:solidFill>
              <a:latin typeface="Noto Sans CJK SC"/>
            </a:endParaRPr>
          </a:p>
        </p:txBody>
      </p:sp>
      <p:sp>
        <p:nvSpPr>
          <p:cNvPr id="48" name=""/>
          <p:cNvSpPr txBox="1"/>
          <p:nvPr/>
        </p:nvSpPr>
        <p:spPr>
          <a:xfrm>
            <a:off x="720000" y="6408000"/>
            <a:ext cx="7380000" cy="126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b8c9c2"/>
                </a:solidFill>
                <a:latin typeface="Courier New"/>
              </a:rPr>
              <a:t>AgentTeams · Skill · MCP 2025-06-18 · RAG · Evidence-first</a:t>
            </a:r>
            <a:endParaRPr b="0" lang="en-US" sz="900" spc="-1" strike="noStrike">
              <a:solidFill>
                <a:srgbClr val="b8c9c2"/>
              </a:solidFill>
              <a:latin typeface="Courier New"/>
            </a:endParaRPr>
          </a:p>
        </p:txBody>
      </p:sp>
      <p:sp>
        <p:nvSpPr>
          <p:cNvPr id="49" name=""/>
          <p:cNvSpPr txBox="1"/>
          <p:nvPr/>
        </p:nvSpPr>
        <p:spPr>
          <a:xfrm>
            <a:off x="10980000" y="6408000"/>
            <a:ext cx="504000" cy="126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b8c9c2"/>
                </a:solidFill>
                <a:latin typeface="Courier New"/>
              </a:rPr>
              <a:t>1</a:t>
            </a:r>
            <a:endParaRPr b="0" lang="en-US" sz="900" spc="-1" strike="noStrike">
              <a:solidFill>
                <a:srgbClr val="b8c9c2"/>
              </a:solidFill>
              <a:latin typeface="Courier New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"/>
          <p:cNvSpPr/>
          <p:nvPr/>
        </p:nvSpPr>
        <p:spPr>
          <a:xfrm>
            <a:off x="0" y="0"/>
            <a:ext cx="12191760" cy="6858000"/>
          </a:xfrm>
          <a:prstGeom prst="rect">
            <a:avLst/>
          </a:prstGeom>
          <a:solidFill>
            <a:srgbClr val="f3f1e9"/>
          </a:solidFill>
          <a:ln w="0">
            <a:solidFill>
              <a:srgbClr val="f3f1e9"/>
            </a:solidFill>
          </a:ln>
        </p:spPr>
      </p:sp>
      <p:sp>
        <p:nvSpPr>
          <p:cNvPr id="51" name=""/>
          <p:cNvSpPr txBox="1"/>
          <p:nvPr/>
        </p:nvSpPr>
        <p:spPr>
          <a:xfrm>
            <a:off x="720000" y="414000"/>
            <a:ext cx="3600000" cy="18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000" spc="-1" strike="noStrike">
                <a:solidFill>
                  <a:srgbClr val="0e7053"/>
                </a:solidFill>
                <a:latin typeface="Courier New"/>
              </a:rPr>
              <a:t>02 / 17   DEVORBIT</a:t>
            </a:r>
            <a:endParaRPr b="1" lang="en-US" sz="1000" spc="-1" strike="noStrike">
              <a:solidFill>
                <a:srgbClr val="0e7053"/>
              </a:solidFill>
              <a:latin typeface="Courier New"/>
            </a:endParaRPr>
          </a:p>
        </p:txBody>
      </p:sp>
      <p:sp>
        <p:nvSpPr>
          <p:cNvPr id="52" name=""/>
          <p:cNvSpPr txBox="1"/>
          <p:nvPr/>
        </p:nvSpPr>
        <p:spPr>
          <a:xfrm>
            <a:off x="720000" y="864000"/>
            <a:ext cx="10800000" cy="756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zh-CN" sz="3000" spc="-1" strike="noStrike">
                <a:solidFill>
                  <a:srgbClr val="12231d"/>
                </a:solidFill>
                <a:latin typeface="Noto Sans CJK SC"/>
              </a:rPr>
              <a:t>研发缺陷的真正成本，不在写补丁</a:t>
            </a:r>
            <a:endParaRPr b="1" lang="en-US" sz="3000" spc="-1" strike="noStrike">
              <a:solidFill>
                <a:srgbClr val="12231d"/>
              </a:solidFill>
              <a:latin typeface="Noto Sans CJK SC"/>
            </a:endParaRPr>
          </a:p>
        </p:txBody>
      </p:sp>
      <p:sp>
        <p:nvSpPr>
          <p:cNvPr id="53" name=""/>
          <p:cNvSpPr txBox="1"/>
          <p:nvPr/>
        </p:nvSpPr>
        <p:spPr>
          <a:xfrm>
            <a:off x="738000" y="1800000"/>
            <a:ext cx="10260000" cy="648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zh-CN" sz="1800" spc="-1" strike="noStrike">
                <a:solidFill>
                  <a:srgbClr val="60716a"/>
                </a:solidFill>
                <a:latin typeface="Noto Sans CJK SC"/>
              </a:rPr>
              <a:t>事实散落在多个系统，人工反复对齐；修复、测试、审批、灰度和复盘由不同角色接力，证据在交接中丢失。</a:t>
            </a:r>
            <a:endParaRPr b="0" lang="en-US" sz="1800" spc="-1" strike="noStrike">
              <a:solidFill>
                <a:srgbClr val="60716a"/>
              </a:solidFill>
              <a:latin typeface="Noto Sans CJK SC"/>
            </a:endParaRPr>
          </a:p>
        </p:txBody>
      </p:sp>
      <p:sp>
        <p:nvSpPr>
          <p:cNvPr id="54" name=""/>
          <p:cNvSpPr/>
          <p:nvPr/>
        </p:nvSpPr>
        <p:spPr>
          <a:xfrm>
            <a:off x="720000" y="2736000"/>
            <a:ext cx="5112000" cy="2160000"/>
          </a:xfrm>
          <a:prstGeom prst="rect">
            <a:avLst/>
          </a:prstGeom>
          <a:solidFill>
            <a:srgbClr val="fffdf7"/>
          </a:solidFill>
          <a:ln w="0">
            <a:solidFill>
              <a:srgbClr val="d6d9cf"/>
            </a:solidFill>
          </a:ln>
        </p:spPr>
      </p:sp>
      <p:sp>
        <p:nvSpPr>
          <p:cNvPr id="55" name=""/>
          <p:cNvSpPr/>
          <p:nvPr/>
        </p:nvSpPr>
        <p:spPr>
          <a:xfrm>
            <a:off x="6120000" y="2736000"/>
            <a:ext cx="5328000" cy="2160000"/>
          </a:xfrm>
          <a:prstGeom prst="rect">
            <a:avLst/>
          </a:prstGeom>
          <a:solidFill>
            <a:srgbClr val="e7ebdd"/>
          </a:solidFill>
          <a:ln w="0">
            <a:solidFill>
              <a:srgbClr val="d6d9cf"/>
            </a:solidFill>
          </a:ln>
        </p:spPr>
      </p:sp>
      <p:sp>
        <p:nvSpPr>
          <p:cNvPr id="56" name=""/>
          <p:cNvSpPr txBox="1"/>
          <p:nvPr/>
        </p:nvSpPr>
        <p:spPr>
          <a:xfrm>
            <a:off x="972000" y="3006000"/>
            <a:ext cx="4572000" cy="162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900" spc="-1" strike="noStrike">
                <a:solidFill>
                  <a:srgbClr val="12231d"/>
                </a:solidFill>
                <a:latin typeface="Noto Sans CJK SC"/>
              </a:rPr>
              <a:t>5+ </a:t>
            </a:r>
            <a:r>
              <a:rPr b="1" lang="zh-CN" sz="1900" spc="-1" strike="noStrike">
                <a:solidFill>
                  <a:srgbClr val="12231d"/>
                </a:solidFill>
                <a:latin typeface="Noto Sans CJK SC"/>
              </a:rPr>
              <a:t>异构信息源</a:t>
            </a:r>
            <a:endParaRPr b="1" lang="en-US" sz="1900" spc="-1" strike="noStrike">
              <a:solidFill>
                <a:srgbClr val="12231d"/>
              </a:solidFill>
              <a:latin typeface="Noto Sans CJK SC"/>
            </a:endParaRPr>
          </a:p>
          <a:p>
            <a:r>
              <a:rPr b="1" lang="en-US" sz="1900" spc="-1" strike="noStrike">
                <a:solidFill>
                  <a:srgbClr val="12231d"/>
                </a:solidFill>
                <a:latin typeface="Noto Sans CJK SC"/>
              </a:rPr>
              <a:t>7 </a:t>
            </a:r>
            <a:r>
              <a:rPr b="1" lang="zh-CN" sz="1900" spc="-1" strike="noStrike">
                <a:solidFill>
                  <a:srgbClr val="12231d"/>
                </a:solidFill>
                <a:latin typeface="Noto Sans CJK SC"/>
              </a:rPr>
              <a:t>个职能环节</a:t>
            </a:r>
            <a:endParaRPr b="1" lang="en-US" sz="1900" spc="-1" strike="noStrike">
              <a:solidFill>
                <a:srgbClr val="12231d"/>
              </a:solidFill>
              <a:latin typeface="Noto Sans CJK SC"/>
            </a:endParaRPr>
          </a:p>
          <a:p>
            <a:r>
              <a:rPr b="1" lang="en-US" sz="1900" spc="-1" strike="noStrike">
                <a:solidFill>
                  <a:srgbClr val="12231d"/>
                </a:solidFill>
                <a:latin typeface="Noto Sans CJK SC"/>
              </a:rPr>
              <a:t>1 </a:t>
            </a:r>
            <a:r>
              <a:rPr b="1" lang="zh-CN" sz="1900" spc="-1" strike="noStrike">
                <a:solidFill>
                  <a:srgbClr val="12231d"/>
                </a:solidFill>
                <a:latin typeface="Noto Sans CJK SC"/>
              </a:rPr>
              <a:t>条统一证据链</a:t>
            </a:r>
            <a:endParaRPr b="1" lang="en-US" sz="1900" spc="-1" strike="noStrike">
              <a:solidFill>
                <a:srgbClr val="12231d"/>
              </a:solidFill>
              <a:latin typeface="Noto Sans CJK SC"/>
            </a:endParaRPr>
          </a:p>
        </p:txBody>
      </p:sp>
      <p:sp>
        <p:nvSpPr>
          <p:cNvPr id="57" name=""/>
          <p:cNvSpPr txBox="1"/>
          <p:nvPr/>
        </p:nvSpPr>
        <p:spPr>
          <a:xfrm>
            <a:off x="6372000" y="3006000"/>
            <a:ext cx="4824000" cy="162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zh-CN" sz="1700" spc="-1" strike="noStrike">
                <a:solidFill>
                  <a:srgbClr val="0e7053"/>
                </a:solidFill>
                <a:latin typeface="Noto Sans CJK SC"/>
              </a:rPr>
              <a:t>场景价值与行业可复制性 </a:t>
            </a:r>
            <a:r>
              <a:rPr b="1" lang="en-US" sz="1700" spc="-1" strike="noStrike">
                <a:solidFill>
                  <a:srgbClr val="0e7053"/>
                </a:solidFill>
                <a:latin typeface="Noto Sans CJK SC"/>
              </a:rPr>
              <a:t>· 25%</a:t>
            </a:r>
            <a:endParaRPr b="1" lang="en-US" sz="1700" spc="-1" strike="noStrike">
              <a:solidFill>
                <a:srgbClr val="0e7053"/>
              </a:solidFill>
              <a:latin typeface="Noto Sans CJK SC"/>
            </a:endParaRPr>
          </a:p>
        </p:txBody>
      </p:sp>
      <p:sp>
        <p:nvSpPr>
          <p:cNvPr id="58" name=""/>
          <p:cNvSpPr txBox="1"/>
          <p:nvPr/>
        </p:nvSpPr>
        <p:spPr>
          <a:xfrm>
            <a:off x="720000" y="6408000"/>
            <a:ext cx="7380000" cy="126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60716a"/>
                </a:solidFill>
                <a:latin typeface="Courier New"/>
              </a:rPr>
              <a:t>AgentTeams · Skill · MCP 2025-06-18 · RAG · Evidence-first</a:t>
            </a:r>
            <a:endParaRPr b="0" lang="en-US" sz="900" spc="-1" strike="noStrike">
              <a:solidFill>
                <a:srgbClr val="60716a"/>
              </a:solidFill>
              <a:latin typeface="Courier New"/>
            </a:endParaRPr>
          </a:p>
        </p:txBody>
      </p:sp>
      <p:sp>
        <p:nvSpPr>
          <p:cNvPr id="59" name=""/>
          <p:cNvSpPr txBox="1"/>
          <p:nvPr/>
        </p:nvSpPr>
        <p:spPr>
          <a:xfrm>
            <a:off x="10980000" y="6408000"/>
            <a:ext cx="504000" cy="126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60716a"/>
                </a:solidFill>
                <a:latin typeface="Courier New"/>
              </a:rPr>
              <a:t>2</a:t>
            </a:r>
            <a:endParaRPr b="0" lang="en-US" sz="900" spc="-1" strike="noStrike">
              <a:solidFill>
                <a:srgbClr val="60716a"/>
              </a:solidFill>
              <a:latin typeface="Courier New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"/>
          <p:cNvSpPr/>
          <p:nvPr/>
        </p:nvSpPr>
        <p:spPr>
          <a:xfrm>
            <a:off x="0" y="0"/>
            <a:ext cx="12191760" cy="6858000"/>
          </a:xfrm>
          <a:prstGeom prst="rect">
            <a:avLst/>
          </a:prstGeom>
          <a:solidFill>
            <a:srgbClr val="f3f1e9"/>
          </a:solidFill>
          <a:ln w="0">
            <a:solidFill>
              <a:srgbClr val="f3f1e9"/>
            </a:solidFill>
          </a:ln>
        </p:spPr>
      </p:sp>
      <p:sp>
        <p:nvSpPr>
          <p:cNvPr id="61" name=""/>
          <p:cNvSpPr txBox="1"/>
          <p:nvPr/>
        </p:nvSpPr>
        <p:spPr>
          <a:xfrm>
            <a:off x="720000" y="414000"/>
            <a:ext cx="3600000" cy="18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000" spc="-1" strike="noStrike">
                <a:solidFill>
                  <a:srgbClr val="0e7053"/>
                </a:solidFill>
                <a:latin typeface="Courier New"/>
              </a:rPr>
              <a:t>03 / 17   DEVORBIT</a:t>
            </a:r>
            <a:endParaRPr b="1" lang="en-US" sz="1000" spc="-1" strike="noStrike">
              <a:solidFill>
                <a:srgbClr val="0e7053"/>
              </a:solidFill>
              <a:latin typeface="Courier New"/>
            </a:endParaRPr>
          </a:p>
        </p:txBody>
      </p:sp>
      <p:sp>
        <p:nvSpPr>
          <p:cNvPr id="62" name=""/>
          <p:cNvSpPr txBox="1"/>
          <p:nvPr/>
        </p:nvSpPr>
        <p:spPr>
          <a:xfrm>
            <a:off x="720000" y="864000"/>
            <a:ext cx="10800000" cy="756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zh-CN" sz="3000" spc="-1" strike="noStrike">
                <a:solidFill>
                  <a:srgbClr val="12231d"/>
                </a:solidFill>
                <a:latin typeface="Noto Sans CJK SC"/>
              </a:rPr>
              <a:t>一次支付下单异常的完整案例</a:t>
            </a:r>
            <a:endParaRPr b="1" lang="en-US" sz="3000" spc="-1" strike="noStrike">
              <a:solidFill>
                <a:srgbClr val="12231d"/>
              </a:solidFill>
              <a:latin typeface="Noto Sans CJK SC"/>
            </a:endParaRPr>
          </a:p>
        </p:txBody>
      </p:sp>
      <p:sp>
        <p:nvSpPr>
          <p:cNvPr id="63" name=""/>
          <p:cNvSpPr txBox="1"/>
          <p:nvPr/>
        </p:nvSpPr>
        <p:spPr>
          <a:xfrm>
            <a:off x="738000" y="1800000"/>
            <a:ext cx="10260000" cy="648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zh-CN" sz="1800" spc="-1" strike="noStrike">
                <a:solidFill>
                  <a:srgbClr val="60716a"/>
                </a:solidFill>
                <a:latin typeface="Noto Sans CJK SC"/>
              </a:rPr>
              <a:t>用户反馈：“</a:t>
            </a:r>
            <a:r>
              <a:rPr b="0" lang="en-US" sz="1800" spc="-1" strike="noStrike">
                <a:solidFill>
                  <a:srgbClr val="60716a"/>
                </a:solidFill>
                <a:latin typeface="Noto Sans CJK SC"/>
              </a:rPr>
              <a:t>10:15 </a:t>
            </a:r>
            <a:r>
              <a:rPr b="0" lang="zh-CN" sz="1800" spc="-1" strike="noStrike">
                <a:solidFill>
                  <a:srgbClr val="60716a"/>
                </a:solidFill>
                <a:latin typeface="Noto Sans CJK SC"/>
              </a:rPr>
              <a:t>后支付页一直转圈，刷新后出现两笔订单。”</a:t>
            </a:r>
            <a:endParaRPr b="0" lang="en-US" sz="1800" spc="-1" strike="noStrike">
              <a:solidFill>
                <a:srgbClr val="60716a"/>
              </a:solidFill>
              <a:latin typeface="Noto Sans CJK SC"/>
            </a:endParaRPr>
          </a:p>
        </p:txBody>
      </p:sp>
      <p:sp>
        <p:nvSpPr>
          <p:cNvPr id="64" name=""/>
          <p:cNvSpPr/>
          <p:nvPr/>
        </p:nvSpPr>
        <p:spPr>
          <a:xfrm>
            <a:off x="720000" y="2736000"/>
            <a:ext cx="5112000" cy="2160000"/>
          </a:xfrm>
          <a:prstGeom prst="rect">
            <a:avLst/>
          </a:prstGeom>
          <a:solidFill>
            <a:srgbClr val="fffdf7"/>
          </a:solidFill>
          <a:ln w="0">
            <a:solidFill>
              <a:srgbClr val="d6d9cf"/>
            </a:solidFill>
          </a:ln>
        </p:spPr>
      </p:sp>
      <p:sp>
        <p:nvSpPr>
          <p:cNvPr id="65" name=""/>
          <p:cNvSpPr/>
          <p:nvPr/>
        </p:nvSpPr>
        <p:spPr>
          <a:xfrm>
            <a:off x="6120000" y="2736000"/>
            <a:ext cx="5328000" cy="2160000"/>
          </a:xfrm>
          <a:prstGeom prst="rect">
            <a:avLst/>
          </a:prstGeom>
          <a:solidFill>
            <a:srgbClr val="e7ebdd"/>
          </a:solidFill>
          <a:ln w="0">
            <a:solidFill>
              <a:srgbClr val="d6d9cf"/>
            </a:solidFill>
          </a:ln>
        </p:spPr>
      </p:sp>
      <p:sp>
        <p:nvSpPr>
          <p:cNvPr id="66" name=""/>
          <p:cNvSpPr txBox="1"/>
          <p:nvPr/>
        </p:nvSpPr>
        <p:spPr>
          <a:xfrm>
            <a:off x="972000" y="3006000"/>
            <a:ext cx="4572000" cy="162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900" spc="-1" strike="noStrike">
                <a:solidFill>
                  <a:srgbClr val="12231d"/>
                </a:solidFill>
                <a:latin typeface="Noto Sans CJK SC"/>
              </a:rPr>
              <a:t>10:02 </a:t>
            </a:r>
            <a:r>
              <a:rPr b="1" lang="zh-CN" sz="1900" spc="-1" strike="noStrike">
                <a:solidFill>
                  <a:srgbClr val="12231d"/>
                </a:solidFill>
                <a:latin typeface="Noto Sans CJK SC"/>
              </a:rPr>
              <a:t>配置 </a:t>
            </a:r>
            <a:r>
              <a:rPr b="1" lang="en-US" sz="1900" spc="-1" strike="noStrike">
                <a:solidFill>
                  <a:srgbClr val="12231d"/>
                </a:solidFill>
                <a:latin typeface="Noto Sans CJK SC"/>
              </a:rPr>
              <a:t>80 → 8</a:t>
            </a:r>
            <a:endParaRPr b="1" lang="en-US" sz="1900" spc="-1" strike="noStrike">
              <a:solidFill>
                <a:srgbClr val="12231d"/>
              </a:solidFill>
              <a:latin typeface="Noto Sans CJK SC"/>
            </a:endParaRPr>
          </a:p>
          <a:p>
            <a:r>
              <a:rPr b="1" lang="en-US" sz="1900" spc="-1" strike="noStrike">
                <a:solidFill>
                  <a:srgbClr val="12231d"/>
                </a:solidFill>
                <a:latin typeface="Noto Sans CJK SC"/>
              </a:rPr>
              <a:t>10:15 </a:t>
            </a:r>
            <a:r>
              <a:rPr b="1" lang="zh-CN" sz="1900" spc="-1" strike="noStrike">
                <a:solidFill>
                  <a:srgbClr val="12231d"/>
                </a:solidFill>
                <a:latin typeface="Noto Sans CJK SC"/>
              </a:rPr>
              <a:t>错误率抬升</a:t>
            </a:r>
            <a:endParaRPr b="1" lang="en-US" sz="1900" spc="-1" strike="noStrike">
              <a:solidFill>
                <a:srgbClr val="12231d"/>
              </a:solidFill>
              <a:latin typeface="Noto Sans CJK SC"/>
            </a:endParaRPr>
          </a:p>
          <a:p>
            <a:r>
              <a:rPr b="1" lang="en-US" sz="1900" spc="-1" strike="noStrike">
                <a:solidFill>
                  <a:srgbClr val="12231d"/>
                </a:solidFill>
                <a:latin typeface="Noto Sans CJK SC"/>
              </a:rPr>
              <a:t>10:15 </a:t>
            </a:r>
            <a:r>
              <a:rPr b="1" lang="zh-CN" sz="1900" spc="-1" strike="noStrike">
                <a:solidFill>
                  <a:srgbClr val="12231d"/>
                </a:solidFill>
                <a:latin typeface="Noto Sans CJK SC"/>
              </a:rPr>
              <a:t>幂等存储超时</a:t>
            </a:r>
            <a:endParaRPr b="1" lang="en-US" sz="1900" spc="-1" strike="noStrike">
              <a:solidFill>
                <a:srgbClr val="12231d"/>
              </a:solidFill>
              <a:latin typeface="Noto Sans CJK SC"/>
            </a:endParaRPr>
          </a:p>
        </p:txBody>
      </p:sp>
      <p:sp>
        <p:nvSpPr>
          <p:cNvPr id="67" name=""/>
          <p:cNvSpPr txBox="1"/>
          <p:nvPr/>
        </p:nvSpPr>
        <p:spPr>
          <a:xfrm>
            <a:off x="6372000" y="3006000"/>
            <a:ext cx="4824000" cy="162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zh-CN" sz="1700" spc="-1" strike="noStrike">
                <a:solidFill>
                  <a:srgbClr val="0e7053"/>
                </a:solidFill>
                <a:latin typeface="Noto Sans CJK SC"/>
              </a:rPr>
              <a:t>输出：</a:t>
            </a:r>
            <a:r>
              <a:rPr b="1" lang="en-US" sz="1700" spc="-1" strike="noStrike">
                <a:solidFill>
                  <a:srgbClr val="0e7053"/>
                </a:solidFill>
                <a:latin typeface="Noto Sans CJK SC"/>
              </a:rPr>
              <a:t>Case · </a:t>
            </a:r>
            <a:r>
              <a:rPr b="1" lang="zh-CN" sz="1700" spc="-1" strike="noStrike">
                <a:solidFill>
                  <a:srgbClr val="0e7053"/>
                </a:solidFill>
                <a:latin typeface="Noto Sans CJK SC"/>
              </a:rPr>
              <a:t>影响图 </a:t>
            </a:r>
            <a:r>
              <a:rPr b="1" lang="en-US" sz="1700" spc="-1" strike="noStrike">
                <a:solidFill>
                  <a:srgbClr val="0e7053"/>
                </a:solidFill>
                <a:latin typeface="Noto Sans CJK SC"/>
              </a:rPr>
              <a:t>· </a:t>
            </a:r>
            <a:r>
              <a:rPr b="1" lang="zh-CN" sz="1700" spc="-1" strike="noStrike">
                <a:solidFill>
                  <a:srgbClr val="0e7053"/>
                </a:solidFill>
                <a:latin typeface="Noto Sans CJK SC"/>
              </a:rPr>
              <a:t>根因证据 </a:t>
            </a:r>
            <a:r>
              <a:rPr b="1" lang="en-US" sz="1700" spc="-1" strike="noStrike">
                <a:solidFill>
                  <a:srgbClr val="0e7053"/>
                </a:solidFill>
                <a:latin typeface="Noto Sans CJK SC"/>
              </a:rPr>
              <a:t>· </a:t>
            </a:r>
            <a:r>
              <a:rPr b="1" lang="zh-CN" sz="1700" spc="-1" strike="noStrike">
                <a:solidFill>
                  <a:srgbClr val="0e7053"/>
                </a:solidFill>
                <a:latin typeface="Noto Sans CJK SC"/>
              </a:rPr>
              <a:t>补丁</a:t>
            </a:r>
            <a:r>
              <a:rPr b="1" lang="en-US" sz="1700" spc="-1" strike="noStrike">
                <a:solidFill>
                  <a:srgbClr val="0e7053"/>
                </a:solidFill>
                <a:latin typeface="Noto Sans CJK SC"/>
              </a:rPr>
              <a:t>/</a:t>
            </a:r>
            <a:r>
              <a:rPr b="1" lang="zh-CN" sz="1700" spc="-1" strike="noStrike">
                <a:solidFill>
                  <a:srgbClr val="0e7053"/>
                </a:solidFill>
                <a:latin typeface="Noto Sans CJK SC"/>
              </a:rPr>
              <a:t>回滚 </a:t>
            </a:r>
            <a:r>
              <a:rPr b="1" lang="en-US" sz="1700" spc="-1" strike="noStrike">
                <a:solidFill>
                  <a:srgbClr val="0e7053"/>
                </a:solidFill>
                <a:latin typeface="Noto Sans CJK SC"/>
              </a:rPr>
              <a:t>· </a:t>
            </a:r>
            <a:r>
              <a:rPr b="1" lang="zh-CN" sz="1700" spc="-1" strike="noStrike">
                <a:solidFill>
                  <a:srgbClr val="0e7053"/>
                </a:solidFill>
                <a:latin typeface="Noto Sans CJK SC"/>
              </a:rPr>
              <a:t>测试</a:t>
            </a:r>
            <a:r>
              <a:rPr b="1" lang="en-US" sz="1700" spc="-1" strike="noStrike">
                <a:solidFill>
                  <a:srgbClr val="0e7053"/>
                </a:solidFill>
                <a:latin typeface="Noto Sans CJK SC"/>
              </a:rPr>
              <a:t>/</a:t>
            </a:r>
            <a:r>
              <a:rPr b="1" lang="zh-CN" sz="1700" spc="-1" strike="noStrike">
                <a:solidFill>
                  <a:srgbClr val="0e7053"/>
                </a:solidFill>
                <a:latin typeface="Noto Sans CJK SC"/>
              </a:rPr>
              <a:t>灰度 </a:t>
            </a:r>
            <a:r>
              <a:rPr b="1" lang="en-US" sz="1700" spc="-1" strike="noStrike">
                <a:solidFill>
                  <a:srgbClr val="0e7053"/>
                </a:solidFill>
                <a:latin typeface="Noto Sans CJK SC"/>
              </a:rPr>
              <a:t>· </a:t>
            </a:r>
            <a:r>
              <a:rPr b="1" lang="zh-CN" sz="1700" spc="-1" strike="noStrike">
                <a:solidFill>
                  <a:srgbClr val="0e7053"/>
                </a:solidFill>
                <a:latin typeface="Noto Sans CJK SC"/>
              </a:rPr>
              <a:t>知识卡</a:t>
            </a:r>
            <a:endParaRPr b="1" lang="en-US" sz="1700" spc="-1" strike="noStrike">
              <a:solidFill>
                <a:srgbClr val="0e7053"/>
              </a:solidFill>
              <a:latin typeface="Noto Sans CJK SC"/>
            </a:endParaRPr>
          </a:p>
        </p:txBody>
      </p:sp>
      <p:sp>
        <p:nvSpPr>
          <p:cNvPr id="68" name=""/>
          <p:cNvSpPr txBox="1"/>
          <p:nvPr/>
        </p:nvSpPr>
        <p:spPr>
          <a:xfrm>
            <a:off x="720000" y="6408000"/>
            <a:ext cx="7380000" cy="126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60716a"/>
                </a:solidFill>
                <a:latin typeface="Courier New"/>
              </a:rPr>
              <a:t>AgentTeams · Skill · MCP 2025-06-18 · RAG · Evidence-first</a:t>
            </a:r>
            <a:endParaRPr b="0" lang="en-US" sz="900" spc="-1" strike="noStrike">
              <a:solidFill>
                <a:srgbClr val="60716a"/>
              </a:solidFill>
              <a:latin typeface="Courier New"/>
            </a:endParaRPr>
          </a:p>
        </p:txBody>
      </p:sp>
      <p:sp>
        <p:nvSpPr>
          <p:cNvPr id="69" name=""/>
          <p:cNvSpPr txBox="1"/>
          <p:nvPr/>
        </p:nvSpPr>
        <p:spPr>
          <a:xfrm>
            <a:off x="10980000" y="6408000"/>
            <a:ext cx="504000" cy="126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60716a"/>
                </a:solidFill>
                <a:latin typeface="Courier New"/>
              </a:rPr>
              <a:t>3</a:t>
            </a:r>
            <a:endParaRPr b="0" lang="en-US" sz="900" spc="-1" strike="noStrike">
              <a:solidFill>
                <a:srgbClr val="60716a"/>
              </a:solidFill>
              <a:latin typeface="Courier New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"/>
          <p:cNvSpPr/>
          <p:nvPr/>
        </p:nvSpPr>
        <p:spPr>
          <a:xfrm>
            <a:off x="0" y="0"/>
            <a:ext cx="12191760" cy="6858000"/>
          </a:xfrm>
          <a:prstGeom prst="rect">
            <a:avLst/>
          </a:prstGeom>
          <a:solidFill>
            <a:srgbClr val="162b35"/>
          </a:solidFill>
          <a:ln w="0">
            <a:solidFill>
              <a:srgbClr val="162b35"/>
            </a:solidFill>
          </a:ln>
        </p:spPr>
      </p:sp>
      <p:sp>
        <p:nvSpPr>
          <p:cNvPr id="71" name=""/>
          <p:cNvSpPr txBox="1"/>
          <p:nvPr/>
        </p:nvSpPr>
        <p:spPr>
          <a:xfrm>
            <a:off x="720000" y="414000"/>
            <a:ext cx="3600000" cy="18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000" spc="-1" strike="noStrike">
                <a:solidFill>
                  <a:srgbClr val="ccef73"/>
                </a:solidFill>
                <a:latin typeface="Courier New"/>
              </a:rPr>
              <a:t>04 / 17   DEVORBIT</a:t>
            </a:r>
            <a:endParaRPr b="1" lang="en-US" sz="1000" spc="-1" strike="noStrike">
              <a:solidFill>
                <a:srgbClr val="ccef73"/>
              </a:solidFill>
              <a:latin typeface="Courier New"/>
            </a:endParaRPr>
          </a:p>
        </p:txBody>
      </p:sp>
      <p:sp>
        <p:nvSpPr>
          <p:cNvPr id="72" name=""/>
          <p:cNvSpPr txBox="1"/>
          <p:nvPr/>
        </p:nvSpPr>
        <p:spPr>
          <a:xfrm>
            <a:off x="720000" y="864000"/>
            <a:ext cx="10800000" cy="756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zh-CN" sz="3000" spc="-1" strike="noStrike">
                <a:solidFill>
                  <a:srgbClr val="fffdf7"/>
                </a:solidFill>
                <a:latin typeface="Noto Sans CJK SC"/>
              </a:rPr>
              <a:t>判断、能力、连接、证据四层解耦</a:t>
            </a:r>
            <a:endParaRPr b="1" lang="en-US" sz="3000" spc="-1" strike="noStrike">
              <a:solidFill>
                <a:srgbClr val="fffdf7"/>
              </a:solidFill>
              <a:latin typeface="Noto Sans CJK SC"/>
            </a:endParaRPr>
          </a:p>
        </p:txBody>
      </p:sp>
      <p:sp>
        <p:nvSpPr>
          <p:cNvPr id="73" name=""/>
          <p:cNvSpPr txBox="1"/>
          <p:nvPr/>
        </p:nvSpPr>
        <p:spPr>
          <a:xfrm>
            <a:off x="738000" y="1800000"/>
            <a:ext cx="10260000" cy="648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1800" spc="-1" strike="noStrike">
                <a:solidFill>
                  <a:srgbClr val="b8c9c2"/>
                </a:solidFill>
                <a:latin typeface="Noto Sans CJK SC"/>
              </a:rPr>
              <a:t>Team Leader </a:t>
            </a:r>
            <a:r>
              <a:rPr b="0" lang="zh-CN" sz="1800" spc="-1" strike="noStrike">
                <a:solidFill>
                  <a:srgbClr val="b8c9c2"/>
                </a:solidFill>
                <a:latin typeface="Noto Sans CJK SC"/>
              </a:rPr>
              <a:t>统一委派，</a:t>
            </a:r>
            <a:r>
              <a:rPr b="0" lang="en-US" sz="1800" spc="-1" strike="noStrike">
                <a:solidFill>
                  <a:srgbClr val="b8c9c2"/>
                </a:solidFill>
                <a:latin typeface="Noto Sans CJK SC"/>
              </a:rPr>
              <a:t>Worker </a:t>
            </a:r>
            <a:r>
              <a:rPr b="0" lang="zh-CN" sz="1800" spc="-1" strike="noStrike">
                <a:solidFill>
                  <a:srgbClr val="b8c9c2"/>
                </a:solidFill>
                <a:latin typeface="Noto Sans CJK SC"/>
              </a:rPr>
              <a:t>通过 </a:t>
            </a:r>
            <a:r>
              <a:rPr b="0" lang="en-US" sz="1800" spc="-1" strike="noStrike">
                <a:solidFill>
                  <a:srgbClr val="b8c9c2"/>
                </a:solidFill>
                <a:latin typeface="Noto Sans CJK SC"/>
              </a:rPr>
              <a:t>Skill </a:t>
            </a:r>
            <a:r>
              <a:rPr b="0" lang="zh-CN" sz="1800" spc="-1" strike="noStrike">
                <a:solidFill>
                  <a:srgbClr val="b8c9c2"/>
                </a:solidFill>
                <a:latin typeface="Noto Sans CJK SC"/>
              </a:rPr>
              <a:t>调用 </a:t>
            </a:r>
            <a:r>
              <a:rPr b="0" lang="en-US" sz="1800" spc="-1" strike="noStrike">
                <a:solidFill>
                  <a:srgbClr val="b8c9c2"/>
                </a:solidFill>
                <a:latin typeface="Noto Sans CJK SC"/>
              </a:rPr>
              <a:t>MCP Tool</a:t>
            </a:r>
            <a:r>
              <a:rPr b="0" lang="zh-CN" sz="1800" spc="-1" strike="noStrike">
                <a:solidFill>
                  <a:srgbClr val="b8c9c2"/>
                </a:solidFill>
                <a:latin typeface="Noto Sans CJK SC"/>
              </a:rPr>
              <a:t>。</a:t>
            </a:r>
            <a:endParaRPr b="0" lang="en-US" sz="1800" spc="-1" strike="noStrike">
              <a:solidFill>
                <a:srgbClr val="b8c9c2"/>
              </a:solidFill>
              <a:latin typeface="Noto Sans CJK SC"/>
            </a:endParaRPr>
          </a:p>
        </p:txBody>
      </p:sp>
      <p:sp>
        <p:nvSpPr>
          <p:cNvPr id="74" name=""/>
          <p:cNvSpPr/>
          <p:nvPr/>
        </p:nvSpPr>
        <p:spPr>
          <a:xfrm>
            <a:off x="720000" y="2736000"/>
            <a:ext cx="5112000" cy="2160000"/>
          </a:xfrm>
          <a:prstGeom prst="rect">
            <a:avLst/>
          </a:prstGeom>
          <a:solidFill>
            <a:srgbClr val="1e3942"/>
          </a:solidFill>
          <a:ln w="0">
            <a:solidFill>
              <a:srgbClr val="31505a"/>
            </a:solidFill>
          </a:ln>
        </p:spPr>
      </p:sp>
      <p:sp>
        <p:nvSpPr>
          <p:cNvPr id="75" name=""/>
          <p:cNvSpPr/>
          <p:nvPr/>
        </p:nvSpPr>
        <p:spPr>
          <a:xfrm>
            <a:off x="6120000" y="2736000"/>
            <a:ext cx="5328000" cy="2160000"/>
          </a:xfrm>
          <a:prstGeom prst="rect">
            <a:avLst/>
          </a:prstGeom>
          <a:solidFill>
            <a:srgbClr val="203b44"/>
          </a:solidFill>
          <a:ln w="0">
            <a:solidFill>
              <a:srgbClr val="31505a"/>
            </a:solidFill>
          </a:ln>
        </p:spPr>
      </p:sp>
      <p:sp>
        <p:nvSpPr>
          <p:cNvPr id="76" name=""/>
          <p:cNvSpPr txBox="1"/>
          <p:nvPr/>
        </p:nvSpPr>
        <p:spPr>
          <a:xfrm>
            <a:off x="972000" y="3006000"/>
            <a:ext cx="4572000" cy="162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zh-CN" sz="1900" spc="-1" strike="noStrike">
                <a:solidFill>
                  <a:srgbClr val="fffdf7"/>
                </a:solidFill>
                <a:latin typeface="Noto Sans CJK SC"/>
              </a:rPr>
              <a:t>输入 → </a:t>
            </a:r>
            <a:r>
              <a:rPr b="1" lang="en-US" sz="1900" spc="-1" strike="noStrike">
                <a:solidFill>
                  <a:srgbClr val="fffdf7"/>
                </a:solidFill>
                <a:latin typeface="Noto Sans CJK SC"/>
              </a:rPr>
              <a:t>Team → Skill</a:t>
            </a:r>
            <a:endParaRPr b="1" lang="en-US" sz="1900" spc="-1" strike="noStrike">
              <a:solidFill>
                <a:srgbClr val="fffdf7"/>
              </a:solidFill>
              <a:latin typeface="Noto Sans CJK SC"/>
            </a:endParaRPr>
          </a:p>
          <a:p>
            <a:r>
              <a:rPr b="1" lang="en-US" sz="1900" spc="-1" strike="noStrike">
                <a:solidFill>
                  <a:srgbClr val="fffdf7"/>
                </a:solidFill>
                <a:latin typeface="Noto Sans CJK SC"/>
              </a:rPr>
              <a:t>→ </a:t>
            </a:r>
            <a:r>
              <a:rPr b="1" lang="en-US" sz="1900" spc="-1" strike="noStrike">
                <a:solidFill>
                  <a:srgbClr val="fffdf7"/>
                </a:solidFill>
                <a:latin typeface="Noto Sans CJK SC"/>
              </a:rPr>
              <a:t>MCP 2025-06-18 → Tool</a:t>
            </a:r>
            <a:endParaRPr b="1" lang="en-US" sz="1900" spc="-1" strike="noStrike">
              <a:solidFill>
                <a:srgbClr val="fffdf7"/>
              </a:solidFill>
              <a:latin typeface="Noto Sans CJK SC"/>
            </a:endParaRPr>
          </a:p>
        </p:txBody>
      </p:sp>
      <p:sp>
        <p:nvSpPr>
          <p:cNvPr id="77" name=""/>
          <p:cNvSpPr txBox="1"/>
          <p:nvPr/>
        </p:nvSpPr>
        <p:spPr>
          <a:xfrm>
            <a:off x="6372000" y="3006000"/>
            <a:ext cx="4824000" cy="162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700" spc="-1" strike="noStrike">
                <a:solidFill>
                  <a:srgbClr val="ccef73"/>
                </a:solidFill>
                <a:latin typeface="Noto Sans CJK SC"/>
              </a:rPr>
              <a:t>10 Tools · 15 Calls · Case/Trace/Audit · </a:t>
            </a:r>
            <a:r>
              <a:rPr b="1" lang="zh-CN" sz="1700" spc="-1" strike="noStrike">
                <a:solidFill>
                  <a:srgbClr val="ccef73"/>
                </a:solidFill>
                <a:latin typeface="Noto Sans CJK SC"/>
              </a:rPr>
              <a:t>人类介入</a:t>
            </a:r>
            <a:endParaRPr b="1" lang="en-US" sz="1700" spc="-1" strike="noStrike">
              <a:solidFill>
                <a:srgbClr val="ccef73"/>
              </a:solidFill>
              <a:latin typeface="Noto Sans CJK SC"/>
            </a:endParaRPr>
          </a:p>
        </p:txBody>
      </p:sp>
      <p:sp>
        <p:nvSpPr>
          <p:cNvPr id="78" name=""/>
          <p:cNvSpPr txBox="1"/>
          <p:nvPr/>
        </p:nvSpPr>
        <p:spPr>
          <a:xfrm>
            <a:off x="720000" y="6408000"/>
            <a:ext cx="7380000" cy="126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b8c9c2"/>
                </a:solidFill>
                <a:latin typeface="Courier New"/>
              </a:rPr>
              <a:t>AgentTeams · Skill · MCP 2025-06-18 · RAG · Evidence-first</a:t>
            </a:r>
            <a:endParaRPr b="0" lang="en-US" sz="900" spc="-1" strike="noStrike">
              <a:solidFill>
                <a:srgbClr val="b8c9c2"/>
              </a:solidFill>
              <a:latin typeface="Courier New"/>
            </a:endParaRPr>
          </a:p>
        </p:txBody>
      </p:sp>
      <p:sp>
        <p:nvSpPr>
          <p:cNvPr id="79" name=""/>
          <p:cNvSpPr txBox="1"/>
          <p:nvPr/>
        </p:nvSpPr>
        <p:spPr>
          <a:xfrm>
            <a:off x="10980000" y="6408000"/>
            <a:ext cx="504000" cy="126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b8c9c2"/>
                </a:solidFill>
                <a:latin typeface="Courier New"/>
              </a:rPr>
              <a:t>4</a:t>
            </a:r>
            <a:endParaRPr b="0" lang="en-US" sz="900" spc="-1" strike="noStrike">
              <a:solidFill>
                <a:srgbClr val="b8c9c2"/>
              </a:solidFill>
              <a:latin typeface="Courier New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"/>
          <p:cNvSpPr/>
          <p:nvPr/>
        </p:nvSpPr>
        <p:spPr>
          <a:xfrm>
            <a:off x="0" y="0"/>
            <a:ext cx="12191760" cy="6858000"/>
          </a:xfrm>
          <a:prstGeom prst="rect">
            <a:avLst/>
          </a:prstGeom>
          <a:solidFill>
            <a:srgbClr val="f3f1e9"/>
          </a:solidFill>
          <a:ln w="0">
            <a:solidFill>
              <a:srgbClr val="f3f1e9"/>
            </a:solidFill>
          </a:ln>
        </p:spPr>
      </p:sp>
      <p:sp>
        <p:nvSpPr>
          <p:cNvPr id="81" name=""/>
          <p:cNvSpPr txBox="1"/>
          <p:nvPr/>
        </p:nvSpPr>
        <p:spPr>
          <a:xfrm>
            <a:off x="720000" y="414000"/>
            <a:ext cx="3600000" cy="18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000" spc="-1" strike="noStrike">
                <a:solidFill>
                  <a:srgbClr val="0e7053"/>
                </a:solidFill>
                <a:latin typeface="Courier New"/>
              </a:rPr>
              <a:t>05 / 17   DEVORBIT</a:t>
            </a:r>
            <a:endParaRPr b="1" lang="en-US" sz="1000" spc="-1" strike="noStrike">
              <a:solidFill>
                <a:srgbClr val="0e7053"/>
              </a:solidFill>
              <a:latin typeface="Courier New"/>
            </a:endParaRPr>
          </a:p>
        </p:txBody>
      </p:sp>
      <p:sp>
        <p:nvSpPr>
          <p:cNvPr id="82" name=""/>
          <p:cNvSpPr txBox="1"/>
          <p:nvPr/>
        </p:nvSpPr>
        <p:spPr>
          <a:xfrm>
            <a:off x="720000" y="864000"/>
            <a:ext cx="10800000" cy="756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zh-CN" sz="3000" spc="-1" strike="noStrike">
                <a:solidFill>
                  <a:srgbClr val="12231d"/>
                </a:solidFill>
                <a:latin typeface="Noto Sans CJK SC"/>
              </a:rPr>
              <a:t>七个职能 </a:t>
            </a:r>
            <a:r>
              <a:rPr b="1" lang="en-US" sz="3000" spc="-1" strike="noStrike">
                <a:solidFill>
                  <a:srgbClr val="12231d"/>
                </a:solidFill>
                <a:latin typeface="Noto Sans CJK SC"/>
              </a:rPr>
              <a:t>Agent</a:t>
            </a:r>
            <a:r>
              <a:rPr b="1" lang="zh-CN" sz="3000" spc="-1" strike="noStrike">
                <a:solidFill>
                  <a:srgbClr val="12231d"/>
                </a:solidFill>
                <a:latin typeface="Noto Sans CJK SC"/>
              </a:rPr>
              <a:t>，一条状态机</a:t>
            </a:r>
            <a:endParaRPr b="1" lang="en-US" sz="3000" spc="-1" strike="noStrike">
              <a:solidFill>
                <a:srgbClr val="12231d"/>
              </a:solidFill>
              <a:latin typeface="Noto Sans CJK SC"/>
            </a:endParaRPr>
          </a:p>
        </p:txBody>
      </p:sp>
      <p:sp>
        <p:nvSpPr>
          <p:cNvPr id="83" name=""/>
          <p:cNvSpPr txBox="1"/>
          <p:nvPr/>
        </p:nvSpPr>
        <p:spPr>
          <a:xfrm>
            <a:off x="738000" y="1800000"/>
            <a:ext cx="10260000" cy="648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1800" spc="-1" strike="noStrike">
                <a:solidFill>
                  <a:srgbClr val="60716a"/>
                </a:solidFill>
                <a:latin typeface="Noto Sans CJK SC"/>
              </a:rPr>
              <a:t>Intake · Impact · RCA · Patch · Verify · Release · Learn</a:t>
            </a:r>
            <a:endParaRPr b="0" lang="en-US" sz="1800" spc="-1" strike="noStrike">
              <a:solidFill>
                <a:srgbClr val="60716a"/>
              </a:solidFill>
              <a:latin typeface="Noto Sans CJK SC"/>
            </a:endParaRPr>
          </a:p>
        </p:txBody>
      </p:sp>
      <p:sp>
        <p:nvSpPr>
          <p:cNvPr id="84" name=""/>
          <p:cNvSpPr/>
          <p:nvPr/>
        </p:nvSpPr>
        <p:spPr>
          <a:xfrm>
            <a:off x="720000" y="2736000"/>
            <a:ext cx="5112000" cy="2160000"/>
          </a:xfrm>
          <a:prstGeom prst="rect">
            <a:avLst/>
          </a:prstGeom>
          <a:solidFill>
            <a:srgbClr val="fffdf7"/>
          </a:solidFill>
          <a:ln w="0">
            <a:solidFill>
              <a:srgbClr val="d6d9cf"/>
            </a:solidFill>
          </a:ln>
        </p:spPr>
      </p:sp>
      <p:sp>
        <p:nvSpPr>
          <p:cNvPr id="85" name=""/>
          <p:cNvSpPr/>
          <p:nvPr/>
        </p:nvSpPr>
        <p:spPr>
          <a:xfrm>
            <a:off x="6120000" y="2736000"/>
            <a:ext cx="5328000" cy="2160000"/>
          </a:xfrm>
          <a:prstGeom prst="rect">
            <a:avLst/>
          </a:prstGeom>
          <a:solidFill>
            <a:srgbClr val="e7ebdd"/>
          </a:solidFill>
          <a:ln w="0">
            <a:solidFill>
              <a:srgbClr val="d6d9cf"/>
            </a:solidFill>
          </a:ln>
        </p:spPr>
      </p:sp>
      <p:sp>
        <p:nvSpPr>
          <p:cNvPr id="86" name=""/>
          <p:cNvSpPr txBox="1"/>
          <p:nvPr/>
        </p:nvSpPr>
        <p:spPr>
          <a:xfrm>
            <a:off x="972000" y="3006000"/>
            <a:ext cx="4572000" cy="162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900" spc="-1" strike="noStrike">
                <a:solidFill>
                  <a:srgbClr val="12231d"/>
                </a:solidFill>
                <a:latin typeface="Noto Sans CJK SC"/>
              </a:rPr>
              <a:t>received → triaged → diagnosed → planned → verified</a:t>
            </a:r>
            <a:endParaRPr b="1" lang="en-US" sz="1900" spc="-1" strike="noStrike">
              <a:solidFill>
                <a:srgbClr val="12231d"/>
              </a:solidFill>
              <a:latin typeface="Noto Sans CJK SC"/>
            </a:endParaRPr>
          </a:p>
          <a:p>
            <a:r>
              <a:rPr b="1" lang="en-US" sz="1900" spc="-1" strike="noStrike">
                <a:solidFill>
                  <a:srgbClr val="12231d"/>
                </a:solidFill>
                <a:latin typeface="Noto Sans CJK SC"/>
              </a:rPr>
              <a:t>→ </a:t>
            </a:r>
            <a:r>
              <a:rPr b="1" lang="en-US" sz="1900" spc="-1" strike="noStrike">
                <a:solidFill>
                  <a:srgbClr val="12231d"/>
                </a:solidFill>
                <a:latin typeface="Noto Sans CJK SC"/>
              </a:rPr>
              <a:t>approval_pending → canary → confirmed → learned</a:t>
            </a:r>
            <a:endParaRPr b="1" lang="en-US" sz="1900" spc="-1" strike="noStrike">
              <a:solidFill>
                <a:srgbClr val="12231d"/>
              </a:solidFill>
              <a:latin typeface="Noto Sans CJK SC"/>
            </a:endParaRPr>
          </a:p>
        </p:txBody>
      </p:sp>
      <p:sp>
        <p:nvSpPr>
          <p:cNvPr id="87" name=""/>
          <p:cNvSpPr txBox="1"/>
          <p:nvPr/>
        </p:nvSpPr>
        <p:spPr>
          <a:xfrm>
            <a:off x="6372000" y="3006000"/>
            <a:ext cx="4824000" cy="162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zh-CN" sz="1700" spc="-1" strike="noStrike">
                <a:solidFill>
                  <a:srgbClr val="0e7053"/>
                </a:solidFill>
                <a:latin typeface="Noto Sans CJK SC"/>
              </a:rPr>
              <a:t>失败回路：补证 </a:t>
            </a:r>
            <a:r>
              <a:rPr b="1" lang="en-US" sz="1700" spc="-1" strike="noStrike">
                <a:solidFill>
                  <a:srgbClr val="0e7053"/>
                </a:solidFill>
                <a:latin typeface="Noto Sans CJK SC"/>
              </a:rPr>
              <a:t>· </a:t>
            </a:r>
            <a:r>
              <a:rPr b="1" lang="zh-CN" sz="1700" spc="-1" strike="noStrike">
                <a:solidFill>
                  <a:srgbClr val="0e7053"/>
                </a:solidFill>
                <a:latin typeface="Noto Sans CJK SC"/>
              </a:rPr>
              <a:t>返工 </a:t>
            </a:r>
            <a:r>
              <a:rPr b="1" lang="en-US" sz="1700" spc="-1" strike="noStrike">
                <a:solidFill>
                  <a:srgbClr val="0e7053"/>
                </a:solidFill>
                <a:latin typeface="Noto Sans CJK SC"/>
              </a:rPr>
              <a:t>· </a:t>
            </a:r>
            <a:r>
              <a:rPr b="1" lang="zh-CN" sz="1700" spc="-1" strike="noStrike">
                <a:solidFill>
                  <a:srgbClr val="0e7053"/>
                </a:solidFill>
                <a:latin typeface="Noto Sans CJK SC"/>
              </a:rPr>
              <a:t>停止 </a:t>
            </a:r>
            <a:r>
              <a:rPr b="1" lang="en-US" sz="1700" spc="-1" strike="noStrike">
                <a:solidFill>
                  <a:srgbClr val="0e7053"/>
                </a:solidFill>
                <a:latin typeface="Noto Sans CJK SC"/>
              </a:rPr>
              <a:t>· </a:t>
            </a:r>
            <a:r>
              <a:rPr b="1" lang="zh-CN" sz="1700" spc="-1" strike="noStrike">
                <a:solidFill>
                  <a:srgbClr val="0e7053"/>
                </a:solidFill>
                <a:latin typeface="Noto Sans CJK SC"/>
              </a:rPr>
              <a:t>自动回滚</a:t>
            </a:r>
            <a:endParaRPr b="1" lang="en-US" sz="1700" spc="-1" strike="noStrike">
              <a:solidFill>
                <a:srgbClr val="0e7053"/>
              </a:solidFill>
              <a:latin typeface="Noto Sans CJK SC"/>
            </a:endParaRPr>
          </a:p>
        </p:txBody>
      </p:sp>
      <p:sp>
        <p:nvSpPr>
          <p:cNvPr id="88" name=""/>
          <p:cNvSpPr txBox="1"/>
          <p:nvPr/>
        </p:nvSpPr>
        <p:spPr>
          <a:xfrm>
            <a:off x="720000" y="6408000"/>
            <a:ext cx="7380000" cy="126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60716a"/>
                </a:solidFill>
                <a:latin typeface="Courier New"/>
              </a:rPr>
              <a:t>AgentTeams · Skill · MCP 2025-06-18 · RAG · Evidence-first</a:t>
            </a:r>
            <a:endParaRPr b="0" lang="en-US" sz="900" spc="-1" strike="noStrike">
              <a:solidFill>
                <a:srgbClr val="60716a"/>
              </a:solidFill>
              <a:latin typeface="Courier New"/>
            </a:endParaRPr>
          </a:p>
        </p:txBody>
      </p:sp>
      <p:sp>
        <p:nvSpPr>
          <p:cNvPr id="89" name=""/>
          <p:cNvSpPr txBox="1"/>
          <p:nvPr/>
        </p:nvSpPr>
        <p:spPr>
          <a:xfrm>
            <a:off x="10980000" y="6408000"/>
            <a:ext cx="504000" cy="126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60716a"/>
                </a:solidFill>
                <a:latin typeface="Courier New"/>
              </a:rPr>
              <a:t>5</a:t>
            </a:r>
            <a:endParaRPr b="0" lang="en-US" sz="900" spc="-1" strike="noStrike">
              <a:solidFill>
                <a:srgbClr val="60716a"/>
              </a:solidFill>
              <a:latin typeface="Courier New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"/>
          <p:cNvSpPr/>
          <p:nvPr/>
        </p:nvSpPr>
        <p:spPr>
          <a:xfrm>
            <a:off x="0" y="0"/>
            <a:ext cx="12191760" cy="6858000"/>
          </a:xfrm>
          <a:prstGeom prst="rect">
            <a:avLst/>
          </a:prstGeom>
          <a:solidFill>
            <a:srgbClr val="162b35"/>
          </a:solidFill>
          <a:ln w="0">
            <a:solidFill>
              <a:srgbClr val="162b35"/>
            </a:solidFill>
          </a:ln>
        </p:spPr>
      </p:sp>
      <p:sp>
        <p:nvSpPr>
          <p:cNvPr id="91" name=""/>
          <p:cNvSpPr txBox="1"/>
          <p:nvPr/>
        </p:nvSpPr>
        <p:spPr>
          <a:xfrm>
            <a:off x="720000" y="414000"/>
            <a:ext cx="3600000" cy="18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000" spc="-1" strike="noStrike">
                <a:solidFill>
                  <a:srgbClr val="ccef73"/>
                </a:solidFill>
                <a:latin typeface="Courier New"/>
              </a:rPr>
              <a:t>06 / 17   DEVORBIT</a:t>
            </a:r>
            <a:endParaRPr b="1" lang="en-US" sz="1000" spc="-1" strike="noStrike">
              <a:solidFill>
                <a:srgbClr val="ccef73"/>
              </a:solidFill>
              <a:latin typeface="Courier New"/>
            </a:endParaRPr>
          </a:p>
        </p:txBody>
      </p:sp>
      <p:sp>
        <p:nvSpPr>
          <p:cNvPr id="92" name=""/>
          <p:cNvSpPr txBox="1"/>
          <p:nvPr/>
        </p:nvSpPr>
        <p:spPr>
          <a:xfrm>
            <a:off x="720000" y="864000"/>
            <a:ext cx="10800000" cy="756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zh-CN" sz="3000" spc="-1" strike="noStrike">
                <a:solidFill>
                  <a:srgbClr val="fffdf7"/>
                </a:solidFill>
                <a:latin typeface="Noto Sans CJK SC"/>
              </a:rPr>
              <a:t>根因结论必须能被复核</a:t>
            </a:r>
            <a:endParaRPr b="1" lang="en-US" sz="3000" spc="-1" strike="noStrike">
              <a:solidFill>
                <a:srgbClr val="fffdf7"/>
              </a:solidFill>
              <a:latin typeface="Noto Sans CJK SC"/>
            </a:endParaRPr>
          </a:p>
        </p:txBody>
      </p:sp>
      <p:sp>
        <p:nvSpPr>
          <p:cNvPr id="93" name=""/>
          <p:cNvSpPr txBox="1"/>
          <p:nvPr/>
        </p:nvSpPr>
        <p:spPr>
          <a:xfrm>
            <a:off x="738000" y="1800000"/>
            <a:ext cx="10260000" cy="648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zh-CN" sz="1800" spc="-1" strike="noStrike">
                <a:solidFill>
                  <a:srgbClr val="b8c9c2"/>
                </a:solidFill>
                <a:latin typeface="Noto Sans CJK SC"/>
              </a:rPr>
              <a:t>首要根因 </a:t>
            </a:r>
            <a:r>
              <a:rPr b="0" lang="en-US" sz="1800" spc="-1" strike="noStrike">
                <a:solidFill>
                  <a:srgbClr val="b8c9c2"/>
                </a:solidFill>
                <a:latin typeface="Noto Sans CJK SC"/>
              </a:rPr>
              <a:t>· 91% · RAG Top-1 KB-HIST-001</a:t>
            </a:r>
            <a:endParaRPr b="0" lang="en-US" sz="1800" spc="-1" strike="noStrike">
              <a:solidFill>
                <a:srgbClr val="b8c9c2"/>
              </a:solidFill>
              <a:latin typeface="Noto Sans CJK SC"/>
            </a:endParaRPr>
          </a:p>
        </p:txBody>
      </p:sp>
      <p:sp>
        <p:nvSpPr>
          <p:cNvPr id="94" name=""/>
          <p:cNvSpPr/>
          <p:nvPr/>
        </p:nvSpPr>
        <p:spPr>
          <a:xfrm>
            <a:off x="720000" y="2736000"/>
            <a:ext cx="5112000" cy="2160000"/>
          </a:xfrm>
          <a:prstGeom prst="rect">
            <a:avLst/>
          </a:prstGeom>
          <a:solidFill>
            <a:srgbClr val="1e3942"/>
          </a:solidFill>
          <a:ln w="0">
            <a:solidFill>
              <a:srgbClr val="31505a"/>
            </a:solidFill>
          </a:ln>
        </p:spPr>
      </p:sp>
      <p:sp>
        <p:nvSpPr>
          <p:cNvPr id="95" name=""/>
          <p:cNvSpPr/>
          <p:nvPr/>
        </p:nvSpPr>
        <p:spPr>
          <a:xfrm>
            <a:off x="6120000" y="2736000"/>
            <a:ext cx="5328000" cy="2160000"/>
          </a:xfrm>
          <a:prstGeom prst="rect">
            <a:avLst/>
          </a:prstGeom>
          <a:solidFill>
            <a:srgbClr val="203b44"/>
          </a:solidFill>
          <a:ln w="0">
            <a:solidFill>
              <a:srgbClr val="31505a"/>
            </a:solidFill>
          </a:ln>
        </p:spPr>
      </p:sp>
      <p:sp>
        <p:nvSpPr>
          <p:cNvPr id="96" name=""/>
          <p:cNvSpPr txBox="1"/>
          <p:nvPr/>
        </p:nvSpPr>
        <p:spPr>
          <a:xfrm>
            <a:off x="972000" y="3006000"/>
            <a:ext cx="4572000" cy="162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zh-CN" sz="1900" spc="-1" strike="noStrike">
                <a:solidFill>
                  <a:srgbClr val="fffdf7"/>
                </a:solidFill>
                <a:latin typeface="Noto Sans CJK SC"/>
              </a:rPr>
              <a:t>连接池从 </a:t>
            </a:r>
            <a:r>
              <a:rPr b="1" lang="en-US" sz="1900" spc="-1" strike="noStrike">
                <a:solidFill>
                  <a:srgbClr val="fffdf7"/>
                </a:solidFill>
                <a:latin typeface="Noto Sans CJK SC"/>
              </a:rPr>
              <a:t>80 </a:t>
            </a:r>
            <a:r>
              <a:rPr b="1" lang="zh-CN" sz="1900" spc="-1" strike="noStrike">
                <a:solidFill>
                  <a:srgbClr val="fffdf7"/>
                </a:solidFill>
                <a:latin typeface="Noto Sans CJK SC"/>
              </a:rPr>
              <a:t>降为 </a:t>
            </a:r>
            <a:r>
              <a:rPr b="1" lang="en-US" sz="1900" spc="-1" strike="noStrike">
                <a:solidFill>
                  <a:srgbClr val="fffdf7"/>
                </a:solidFill>
                <a:latin typeface="Noto Sans CJK SC"/>
              </a:rPr>
              <a:t>8</a:t>
            </a:r>
            <a:r>
              <a:rPr b="1" lang="zh-CN" sz="1900" spc="-1" strike="noStrike">
                <a:solidFill>
                  <a:srgbClr val="fffdf7"/>
                </a:solidFill>
                <a:latin typeface="Noto Sans CJK SC"/>
              </a:rPr>
              <a:t>，幂等键读写排队超时；客户端重试放大重复创建风险。</a:t>
            </a:r>
            <a:endParaRPr b="1" lang="en-US" sz="1900" spc="-1" strike="noStrike">
              <a:solidFill>
                <a:srgbClr val="fffdf7"/>
              </a:solidFill>
              <a:latin typeface="Noto Sans CJK SC"/>
            </a:endParaRPr>
          </a:p>
        </p:txBody>
      </p:sp>
      <p:sp>
        <p:nvSpPr>
          <p:cNvPr id="97" name=""/>
          <p:cNvSpPr txBox="1"/>
          <p:nvPr/>
        </p:nvSpPr>
        <p:spPr>
          <a:xfrm>
            <a:off x="6372000" y="3006000"/>
            <a:ext cx="4824000" cy="162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zh-CN" sz="1700" spc="-1" strike="noStrike">
                <a:solidFill>
                  <a:srgbClr val="ccef73"/>
                </a:solidFill>
                <a:latin typeface="Noto Sans CJK SC"/>
              </a:rPr>
              <a:t>现场证据 </a:t>
            </a:r>
            <a:r>
              <a:rPr b="1" lang="en-US" sz="1700" spc="-1" strike="noStrike">
                <a:solidFill>
                  <a:srgbClr val="ccef73"/>
                </a:solidFill>
                <a:latin typeface="Noto Sans CJK SC"/>
              </a:rPr>
              <a:t>+ knowledge:// </a:t>
            </a:r>
            <a:r>
              <a:rPr b="1" lang="zh-CN" sz="1700" spc="-1" strike="noStrike">
                <a:solidFill>
                  <a:srgbClr val="ccef73"/>
                </a:solidFill>
                <a:latin typeface="Noto Sans CJK SC"/>
              </a:rPr>
              <a:t>引用；低置信仍停止</a:t>
            </a:r>
            <a:endParaRPr b="1" lang="en-US" sz="1700" spc="-1" strike="noStrike">
              <a:solidFill>
                <a:srgbClr val="ccef73"/>
              </a:solidFill>
              <a:latin typeface="Noto Sans CJK SC"/>
            </a:endParaRPr>
          </a:p>
        </p:txBody>
      </p:sp>
      <p:sp>
        <p:nvSpPr>
          <p:cNvPr id="98" name=""/>
          <p:cNvSpPr txBox="1"/>
          <p:nvPr/>
        </p:nvSpPr>
        <p:spPr>
          <a:xfrm>
            <a:off x="720000" y="6408000"/>
            <a:ext cx="7380000" cy="126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b8c9c2"/>
                </a:solidFill>
                <a:latin typeface="Courier New"/>
              </a:rPr>
              <a:t>AgentTeams · Skill · MCP 2025-06-18 · RAG · Evidence-first</a:t>
            </a:r>
            <a:endParaRPr b="0" lang="en-US" sz="900" spc="-1" strike="noStrike">
              <a:solidFill>
                <a:srgbClr val="b8c9c2"/>
              </a:solidFill>
              <a:latin typeface="Courier New"/>
            </a:endParaRPr>
          </a:p>
        </p:txBody>
      </p:sp>
      <p:sp>
        <p:nvSpPr>
          <p:cNvPr id="99" name=""/>
          <p:cNvSpPr txBox="1"/>
          <p:nvPr/>
        </p:nvSpPr>
        <p:spPr>
          <a:xfrm>
            <a:off x="10980000" y="6408000"/>
            <a:ext cx="504000" cy="126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b8c9c2"/>
                </a:solidFill>
                <a:latin typeface="Courier New"/>
              </a:rPr>
              <a:t>6</a:t>
            </a:r>
            <a:endParaRPr b="0" lang="en-US" sz="900" spc="-1" strike="noStrike">
              <a:solidFill>
                <a:srgbClr val="b8c9c2"/>
              </a:solidFill>
              <a:latin typeface="Courier New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"/>
          <p:cNvSpPr/>
          <p:nvPr/>
        </p:nvSpPr>
        <p:spPr>
          <a:xfrm>
            <a:off x="0" y="0"/>
            <a:ext cx="12191760" cy="6858000"/>
          </a:xfrm>
          <a:prstGeom prst="rect">
            <a:avLst/>
          </a:prstGeom>
          <a:solidFill>
            <a:srgbClr val="f3f1e9"/>
          </a:solidFill>
          <a:ln w="0">
            <a:solidFill>
              <a:srgbClr val="f3f1e9"/>
            </a:solidFill>
          </a:ln>
        </p:spPr>
      </p:sp>
      <p:sp>
        <p:nvSpPr>
          <p:cNvPr id="101" name=""/>
          <p:cNvSpPr txBox="1"/>
          <p:nvPr/>
        </p:nvSpPr>
        <p:spPr>
          <a:xfrm>
            <a:off x="720000" y="414000"/>
            <a:ext cx="3600000" cy="18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000" spc="-1" strike="noStrike">
                <a:solidFill>
                  <a:srgbClr val="0e7053"/>
                </a:solidFill>
                <a:latin typeface="Courier New"/>
              </a:rPr>
              <a:t>07 / 17   DEVORBIT</a:t>
            </a:r>
            <a:endParaRPr b="1" lang="en-US" sz="1000" spc="-1" strike="noStrike">
              <a:solidFill>
                <a:srgbClr val="0e7053"/>
              </a:solidFill>
              <a:latin typeface="Courier New"/>
            </a:endParaRPr>
          </a:p>
        </p:txBody>
      </p:sp>
      <p:sp>
        <p:nvSpPr>
          <p:cNvPr id="102" name=""/>
          <p:cNvSpPr txBox="1"/>
          <p:nvPr/>
        </p:nvSpPr>
        <p:spPr>
          <a:xfrm>
            <a:off x="720000" y="864000"/>
            <a:ext cx="10800000" cy="756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zh-CN" sz="3000" spc="-1" strike="noStrike">
                <a:solidFill>
                  <a:srgbClr val="12231d"/>
                </a:solidFill>
                <a:latin typeface="Noto Sans CJK SC"/>
              </a:rPr>
              <a:t>修复是最小变更，验证是强制门禁</a:t>
            </a:r>
            <a:endParaRPr b="1" lang="en-US" sz="3000" spc="-1" strike="noStrike">
              <a:solidFill>
                <a:srgbClr val="12231d"/>
              </a:solidFill>
              <a:latin typeface="Noto Sans CJK SC"/>
            </a:endParaRPr>
          </a:p>
        </p:txBody>
      </p:sp>
      <p:sp>
        <p:nvSpPr>
          <p:cNvPr id="103" name=""/>
          <p:cNvSpPr txBox="1"/>
          <p:nvPr/>
        </p:nvSpPr>
        <p:spPr>
          <a:xfrm>
            <a:off x="738000" y="1800000"/>
            <a:ext cx="10260000" cy="648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1800" spc="-1" strike="noStrike">
                <a:solidFill>
                  <a:srgbClr val="60716a"/>
                </a:solidFill>
                <a:latin typeface="Noto Sans CJK SC"/>
              </a:rPr>
              <a:t>Patch Worker </a:t>
            </a:r>
            <a:r>
              <a:rPr b="0" lang="zh-CN" sz="1800" spc="-1" strike="noStrike">
                <a:solidFill>
                  <a:srgbClr val="60716a"/>
                </a:solidFill>
                <a:latin typeface="Noto Sans CJK SC"/>
              </a:rPr>
              <a:t>复制样例仓，先复现失败，再改文件并生成回滚摘要。</a:t>
            </a:r>
            <a:endParaRPr b="0" lang="en-US" sz="1800" spc="-1" strike="noStrike">
              <a:solidFill>
                <a:srgbClr val="60716a"/>
              </a:solidFill>
              <a:latin typeface="Noto Sans CJK SC"/>
            </a:endParaRPr>
          </a:p>
        </p:txBody>
      </p:sp>
      <p:sp>
        <p:nvSpPr>
          <p:cNvPr id="104" name=""/>
          <p:cNvSpPr/>
          <p:nvPr/>
        </p:nvSpPr>
        <p:spPr>
          <a:xfrm>
            <a:off x="720000" y="2736000"/>
            <a:ext cx="5112000" cy="2160000"/>
          </a:xfrm>
          <a:prstGeom prst="rect">
            <a:avLst/>
          </a:prstGeom>
          <a:solidFill>
            <a:srgbClr val="fffdf7"/>
          </a:solidFill>
          <a:ln w="0">
            <a:solidFill>
              <a:srgbClr val="d6d9cf"/>
            </a:solidFill>
          </a:ln>
        </p:spPr>
      </p:sp>
      <p:sp>
        <p:nvSpPr>
          <p:cNvPr id="105" name=""/>
          <p:cNvSpPr/>
          <p:nvPr/>
        </p:nvSpPr>
        <p:spPr>
          <a:xfrm>
            <a:off x="6120000" y="2736000"/>
            <a:ext cx="5328000" cy="2160000"/>
          </a:xfrm>
          <a:prstGeom prst="rect">
            <a:avLst/>
          </a:prstGeom>
          <a:solidFill>
            <a:srgbClr val="e7ebdd"/>
          </a:solidFill>
          <a:ln w="0">
            <a:solidFill>
              <a:srgbClr val="d6d9cf"/>
            </a:solidFill>
          </a:ln>
        </p:spPr>
      </p:sp>
      <p:sp>
        <p:nvSpPr>
          <p:cNvPr id="106" name=""/>
          <p:cNvSpPr txBox="1"/>
          <p:nvPr/>
        </p:nvSpPr>
        <p:spPr>
          <a:xfrm>
            <a:off x="972000" y="3006000"/>
            <a:ext cx="4572000" cy="162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900" spc="-1" strike="noStrike">
                <a:solidFill>
                  <a:srgbClr val="12231d"/>
                </a:solidFill>
                <a:latin typeface="Noto Sans CJK SC"/>
              </a:rPr>
              <a:t>poolSize: 8 → 80</a:t>
            </a:r>
            <a:endParaRPr b="1" lang="en-US" sz="1900" spc="-1" strike="noStrike">
              <a:solidFill>
                <a:srgbClr val="12231d"/>
              </a:solidFill>
              <a:latin typeface="Noto Sans CJK SC"/>
            </a:endParaRPr>
          </a:p>
          <a:p>
            <a:r>
              <a:rPr b="1" lang="en-US" sz="1900" spc="-1" strike="noStrike">
                <a:solidFill>
                  <a:srgbClr val="12231d"/>
                </a:solidFill>
                <a:latin typeface="Noto Sans CJK SC"/>
              </a:rPr>
              <a:t>queueTimeoutMs: 800</a:t>
            </a:r>
            <a:endParaRPr b="1" lang="en-US" sz="1900" spc="-1" strike="noStrike">
              <a:solidFill>
                <a:srgbClr val="12231d"/>
              </a:solidFill>
              <a:latin typeface="Noto Sans CJK SC"/>
            </a:endParaRPr>
          </a:p>
          <a:p>
            <a:r>
              <a:rPr b="1" lang="en-US" sz="1900" spc="-1" strike="noStrike">
                <a:solidFill>
                  <a:srgbClr val="12231d"/>
                </a:solidFill>
                <a:latin typeface="Noto Sans CJK SC"/>
              </a:rPr>
              <a:t>duplicateKey → 409</a:t>
            </a:r>
            <a:endParaRPr b="1" lang="en-US" sz="1900" spc="-1" strike="noStrike">
              <a:solidFill>
                <a:srgbClr val="12231d"/>
              </a:solidFill>
              <a:latin typeface="Noto Sans CJK SC"/>
            </a:endParaRPr>
          </a:p>
        </p:txBody>
      </p:sp>
      <p:sp>
        <p:nvSpPr>
          <p:cNvPr id="107" name=""/>
          <p:cNvSpPr txBox="1"/>
          <p:nvPr/>
        </p:nvSpPr>
        <p:spPr>
          <a:xfrm>
            <a:off x="6372000" y="3006000"/>
            <a:ext cx="4824000" cy="162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zh-CN" sz="1700" spc="-1" strike="noStrike">
                <a:solidFill>
                  <a:srgbClr val="0e7053"/>
                </a:solidFill>
                <a:latin typeface="Noto Sans CJK SC"/>
              </a:rPr>
              <a:t>同一批测试：</a:t>
            </a:r>
            <a:r>
              <a:rPr b="1" lang="en-US" sz="1700" spc="-1" strike="noStrike">
                <a:solidFill>
                  <a:srgbClr val="0e7053"/>
                </a:solidFill>
                <a:latin typeface="Noto Sans CJK SC"/>
              </a:rPr>
              <a:t>3 failed → 4 passed · sha256 </a:t>
            </a:r>
            <a:r>
              <a:rPr b="1" lang="zh-CN" sz="1700" spc="-1" strike="noStrike">
                <a:solidFill>
                  <a:srgbClr val="0e7053"/>
                </a:solidFill>
                <a:latin typeface="Noto Sans CJK SC"/>
              </a:rPr>
              <a:t>制品</a:t>
            </a:r>
            <a:endParaRPr b="1" lang="en-US" sz="1700" spc="-1" strike="noStrike">
              <a:solidFill>
                <a:srgbClr val="0e7053"/>
              </a:solidFill>
              <a:latin typeface="Noto Sans CJK SC"/>
            </a:endParaRPr>
          </a:p>
        </p:txBody>
      </p:sp>
      <p:sp>
        <p:nvSpPr>
          <p:cNvPr id="108" name=""/>
          <p:cNvSpPr txBox="1"/>
          <p:nvPr/>
        </p:nvSpPr>
        <p:spPr>
          <a:xfrm>
            <a:off x="720000" y="6408000"/>
            <a:ext cx="7380000" cy="126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60716a"/>
                </a:solidFill>
                <a:latin typeface="Courier New"/>
              </a:rPr>
              <a:t>AgentTeams · Skill · MCP 2025-06-18 · RAG · Evidence-first</a:t>
            </a:r>
            <a:endParaRPr b="0" lang="en-US" sz="900" spc="-1" strike="noStrike">
              <a:solidFill>
                <a:srgbClr val="60716a"/>
              </a:solidFill>
              <a:latin typeface="Courier New"/>
            </a:endParaRPr>
          </a:p>
        </p:txBody>
      </p:sp>
      <p:sp>
        <p:nvSpPr>
          <p:cNvPr id="109" name=""/>
          <p:cNvSpPr txBox="1"/>
          <p:nvPr/>
        </p:nvSpPr>
        <p:spPr>
          <a:xfrm>
            <a:off x="10980000" y="6408000"/>
            <a:ext cx="504000" cy="126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60716a"/>
                </a:solidFill>
                <a:latin typeface="Courier New"/>
              </a:rPr>
              <a:t>7</a:t>
            </a:r>
            <a:endParaRPr b="0" lang="en-US" sz="900" spc="-1" strike="noStrike">
              <a:solidFill>
                <a:srgbClr val="60716a"/>
              </a:solidFill>
              <a:latin typeface="Courier New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"/>
          <p:cNvSpPr/>
          <p:nvPr/>
        </p:nvSpPr>
        <p:spPr>
          <a:xfrm>
            <a:off x="0" y="0"/>
            <a:ext cx="12191760" cy="6858000"/>
          </a:xfrm>
          <a:prstGeom prst="rect">
            <a:avLst/>
          </a:prstGeom>
          <a:solidFill>
            <a:srgbClr val="f3f1e9"/>
          </a:solidFill>
          <a:ln w="0">
            <a:solidFill>
              <a:srgbClr val="f3f1e9"/>
            </a:solidFill>
          </a:ln>
        </p:spPr>
      </p:sp>
      <p:sp>
        <p:nvSpPr>
          <p:cNvPr id="111" name=""/>
          <p:cNvSpPr txBox="1"/>
          <p:nvPr/>
        </p:nvSpPr>
        <p:spPr>
          <a:xfrm>
            <a:off x="720000" y="414000"/>
            <a:ext cx="3600000" cy="18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000" spc="-1" strike="noStrike">
                <a:solidFill>
                  <a:srgbClr val="0e7053"/>
                </a:solidFill>
                <a:latin typeface="Courier New"/>
              </a:rPr>
              <a:t>08 / 17   DEVORBIT</a:t>
            </a:r>
            <a:endParaRPr b="1" lang="en-US" sz="1000" spc="-1" strike="noStrike">
              <a:solidFill>
                <a:srgbClr val="0e7053"/>
              </a:solidFill>
              <a:latin typeface="Courier New"/>
            </a:endParaRPr>
          </a:p>
        </p:txBody>
      </p:sp>
      <p:sp>
        <p:nvSpPr>
          <p:cNvPr id="112" name=""/>
          <p:cNvSpPr txBox="1"/>
          <p:nvPr/>
        </p:nvSpPr>
        <p:spPr>
          <a:xfrm>
            <a:off x="720000" y="864000"/>
            <a:ext cx="10800000" cy="756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zh-CN" sz="3000" spc="-1" strike="noStrike">
                <a:solidFill>
                  <a:srgbClr val="12231d"/>
                </a:solidFill>
                <a:latin typeface="Noto Sans CJK SC"/>
              </a:rPr>
              <a:t>高风险动作，默认停在门禁前</a:t>
            </a:r>
            <a:endParaRPr b="1" lang="en-US" sz="3000" spc="-1" strike="noStrike">
              <a:solidFill>
                <a:srgbClr val="12231d"/>
              </a:solidFill>
              <a:latin typeface="Noto Sans CJK SC"/>
            </a:endParaRPr>
          </a:p>
        </p:txBody>
      </p:sp>
      <p:sp>
        <p:nvSpPr>
          <p:cNvPr id="113" name=""/>
          <p:cNvSpPr txBox="1"/>
          <p:nvPr/>
        </p:nvSpPr>
        <p:spPr>
          <a:xfrm>
            <a:off x="738000" y="1800000"/>
            <a:ext cx="10260000" cy="648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1800" spc="-1" strike="noStrike">
                <a:solidFill>
                  <a:srgbClr val="60716a"/>
                </a:solidFill>
                <a:latin typeface="Noto Sans CJK SC"/>
              </a:rPr>
              <a:t>Manager </a:t>
            </a:r>
            <a:r>
              <a:rPr b="0" lang="zh-CN" sz="1800" spc="-1" strike="noStrike">
                <a:solidFill>
                  <a:srgbClr val="60716a"/>
                </a:solidFill>
                <a:latin typeface="Noto Sans CJK SC"/>
              </a:rPr>
              <a:t>校验 </a:t>
            </a:r>
            <a:r>
              <a:rPr b="0" lang="en-US" sz="1800" spc="-1" strike="noStrike">
                <a:solidFill>
                  <a:srgbClr val="60716a"/>
                </a:solidFill>
                <a:latin typeface="Noto Sans CJK SC"/>
              </a:rPr>
              <a:t>RCA</a:t>
            </a:r>
            <a:r>
              <a:rPr b="0" lang="zh-CN" sz="1800" spc="-1" strike="noStrike">
                <a:solidFill>
                  <a:srgbClr val="60716a"/>
                </a:solidFill>
                <a:latin typeface="Noto Sans CJK SC"/>
              </a:rPr>
              <a:t>、测试和回滚点，签发 </a:t>
            </a:r>
            <a:r>
              <a:rPr b="0" lang="en-US" sz="1800" spc="-1" strike="noStrike">
                <a:solidFill>
                  <a:srgbClr val="60716a"/>
                </a:solidFill>
                <a:latin typeface="Noto Sans CJK SC"/>
              </a:rPr>
              <a:t>Case/Action/</a:t>
            </a:r>
            <a:r>
              <a:rPr b="0" lang="zh-CN" sz="1800" spc="-1" strike="noStrike">
                <a:solidFill>
                  <a:srgbClr val="60716a"/>
                </a:solidFill>
                <a:latin typeface="Noto Sans CJK SC"/>
              </a:rPr>
              <a:t>时效受限的 </a:t>
            </a:r>
            <a:r>
              <a:rPr b="0" lang="en-US" sz="1800" spc="-1" strike="noStrike">
                <a:solidFill>
                  <a:srgbClr val="60716a"/>
                </a:solidFill>
                <a:latin typeface="Noto Sans CJK SC"/>
              </a:rPr>
              <a:t>HMAC </a:t>
            </a:r>
            <a:r>
              <a:rPr b="0" lang="zh-CN" sz="1800" spc="-1" strike="noStrike">
                <a:solidFill>
                  <a:srgbClr val="60716a"/>
                </a:solidFill>
                <a:latin typeface="Noto Sans CJK SC"/>
              </a:rPr>
              <a:t>回执；</a:t>
            </a:r>
            <a:r>
              <a:rPr b="0" lang="en-US" sz="1800" spc="-1" strike="noStrike">
                <a:solidFill>
                  <a:srgbClr val="60716a"/>
                </a:solidFill>
                <a:latin typeface="Noto Sans CJK SC"/>
              </a:rPr>
              <a:t>Release Worker </a:t>
            </a:r>
            <a:r>
              <a:rPr b="0" lang="zh-CN" sz="1800" spc="-1" strike="noStrike">
                <a:solidFill>
                  <a:srgbClr val="60716a"/>
                </a:solidFill>
                <a:latin typeface="Noto Sans CJK SC"/>
              </a:rPr>
              <a:t>只能消费，</a:t>
            </a:r>
            <a:r>
              <a:rPr b="0" lang="en-US" sz="1800" spc="-1" strike="noStrike">
                <a:solidFill>
                  <a:srgbClr val="60716a"/>
                </a:solidFill>
                <a:latin typeface="Noto Sans CJK SC"/>
              </a:rPr>
              <a:t>MCP </a:t>
            </a:r>
            <a:r>
              <a:rPr b="0" lang="zh-CN" sz="1800" spc="-1" strike="noStrike">
                <a:solidFill>
                  <a:srgbClr val="60716a"/>
                </a:solidFill>
                <a:latin typeface="Noto Sans CJK SC"/>
              </a:rPr>
              <a:t>服务端再次验签。</a:t>
            </a:r>
            <a:endParaRPr b="0" lang="en-US" sz="1800" spc="-1" strike="noStrike">
              <a:solidFill>
                <a:srgbClr val="60716a"/>
              </a:solidFill>
              <a:latin typeface="Noto Sans CJK SC"/>
            </a:endParaRPr>
          </a:p>
        </p:txBody>
      </p:sp>
      <p:sp>
        <p:nvSpPr>
          <p:cNvPr id="114" name=""/>
          <p:cNvSpPr/>
          <p:nvPr/>
        </p:nvSpPr>
        <p:spPr>
          <a:xfrm>
            <a:off x="720000" y="2736000"/>
            <a:ext cx="5112000" cy="2160000"/>
          </a:xfrm>
          <a:prstGeom prst="rect">
            <a:avLst/>
          </a:prstGeom>
          <a:solidFill>
            <a:srgbClr val="fffdf7"/>
          </a:solidFill>
          <a:ln w="0">
            <a:solidFill>
              <a:srgbClr val="d6d9cf"/>
            </a:solidFill>
          </a:ln>
        </p:spPr>
      </p:sp>
      <p:sp>
        <p:nvSpPr>
          <p:cNvPr id="115" name=""/>
          <p:cNvSpPr/>
          <p:nvPr/>
        </p:nvSpPr>
        <p:spPr>
          <a:xfrm>
            <a:off x="6120000" y="2736000"/>
            <a:ext cx="5328000" cy="2160000"/>
          </a:xfrm>
          <a:prstGeom prst="rect">
            <a:avLst/>
          </a:prstGeom>
          <a:solidFill>
            <a:srgbClr val="e7ebdd"/>
          </a:solidFill>
          <a:ln w="0">
            <a:solidFill>
              <a:srgbClr val="d6d9cf"/>
            </a:solidFill>
          </a:ln>
        </p:spPr>
      </p:sp>
      <p:sp>
        <p:nvSpPr>
          <p:cNvPr id="116" name=""/>
          <p:cNvSpPr txBox="1"/>
          <p:nvPr/>
        </p:nvSpPr>
        <p:spPr>
          <a:xfrm>
            <a:off x="972000" y="3006000"/>
            <a:ext cx="4572000" cy="162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900" spc="-1" strike="noStrike">
                <a:solidFill>
                  <a:srgbClr val="12231d"/>
                </a:solidFill>
                <a:latin typeface="Noto Sans CJK SC"/>
              </a:rPr>
              <a:t>L0 </a:t>
            </a:r>
            <a:r>
              <a:rPr b="1" lang="zh-CN" sz="1900" spc="-1" strike="noStrike">
                <a:solidFill>
                  <a:srgbClr val="12231d"/>
                </a:solidFill>
                <a:latin typeface="Noto Sans CJK SC"/>
              </a:rPr>
              <a:t>只读 </a:t>
            </a:r>
            <a:r>
              <a:rPr b="1" lang="en-US" sz="1900" spc="-1" strike="noStrike">
                <a:solidFill>
                  <a:srgbClr val="12231d"/>
                </a:solidFill>
                <a:latin typeface="Noto Sans CJK SC"/>
              </a:rPr>
              <a:t>· L1 </a:t>
            </a:r>
            <a:r>
              <a:rPr b="1" lang="zh-CN" sz="1900" spc="-1" strike="noStrike">
                <a:solidFill>
                  <a:srgbClr val="12231d"/>
                </a:solidFill>
                <a:latin typeface="Noto Sans CJK SC"/>
              </a:rPr>
              <a:t>沙箱</a:t>
            </a:r>
            <a:endParaRPr b="1" lang="en-US" sz="1900" spc="-1" strike="noStrike">
              <a:solidFill>
                <a:srgbClr val="12231d"/>
              </a:solidFill>
              <a:latin typeface="Noto Sans CJK SC"/>
            </a:endParaRPr>
          </a:p>
          <a:p>
            <a:r>
              <a:rPr b="1" lang="en-US" sz="1900" spc="-1" strike="noStrike">
                <a:solidFill>
                  <a:srgbClr val="12231d"/>
                </a:solidFill>
                <a:latin typeface="Noto Sans CJK SC"/>
              </a:rPr>
              <a:t>L2 </a:t>
            </a:r>
            <a:r>
              <a:rPr b="1" lang="zh-CN" sz="1900" spc="-1" strike="noStrike">
                <a:solidFill>
                  <a:srgbClr val="12231d"/>
                </a:solidFill>
                <a:latin typeface="Noto Sans CJK SC"/>
              </a:rPr>
              <a:t>签名审批 </a:t>
            </a:r>
            <a:r>
              <a:rPr b="1" lang="en-US" sz="1900" spc="-1" strike="noStrike">
                <a:solidFill>
                  <a:srgbClr val="12231d"/>
                </a:solidFill>
                <a:latin typeface="Noto Sans CJK SC"/>
              </a:rPr>
              <a:t>+ </a:t>
            </a:r>
            <a:r>
              <a:rPr b="1" lang="zh-CN" sz="1900" spc="-1" strike="noStrike">
                <a:solidFill>
                  <a:srgbClr val="12231d"/>
                </a:solidFill>
                <a:latin typeface="Noto Sans CJK SC"/>
              </a:rPr>
              <a:t>灰度</a:t>
            </a:r>
            <a:endParaRPr b="1" lang="en-US" sz="1900" spc="-1" strike="noStrike">
              <a:solidFill>
                <a:srgbClr val="12231d"/>
              </a:solidFill>
              <a:latin typeface="Noto Sans CJK SC"/>
            </a:endParaRPr>
          </a:p>
          <a:p>
            <a:r>
              <a:rPr b="1" lang="en-US" sz="1900" spc="-1" strike="noStrike">
                <a:solidFill>
                  <a:srgbClr val="12231d"/>
                </a:solidFill>
                <a:latin typeface="Noto Sans CJK SC"/>
              </a:rPr>
              <a:t>L3 </a:t>
            </a:r>
            <a:r>
              <a:rPr b="1" lang="zh-CN" sz="1900" spc="-1" strike="noStrike">
                <a:solidFill>
                  <a:srgbClr val="12231d"/>
                </a:solidFill>
                <a:latin typeface="Noto Sans CJK SC"/>
              </a:rPr>
              <a:t>只生成方案</a:t>
            </a:r>
            <a:endParaRPr b="1" lang="en-US" sz="1900" spc="-1" strike="noStrike">
              <a:solidFill>
                <a:srgbClr val="12231d"/>
              </a:solidFill>
              <a:latin typeface="Noto Sans CJK SC"/>
            </a:endParaRPr>
          </a:p>
          <a:p>
            <a:r>
              <a:rPr b="1" lang="en-US" sz="1900" spc="-1" strike="noStrike">
                <a:solidFill>
                  <a:srgbClr val="12231d"/>
                </a:solidFill>
                <a:latin typeface="Noto Sans CJK SC"/>
              </a:rPr>
              <a:t>6/6 </a:t>
            </a:r>
            <a:r>
              <a:rPr b="1" lang="zh-CN" sz="1900" spc="-1" strike="noStrike">
                <a:solidFill>
                  <a:srgbClr val="12231d"/>
                </a:solidFill>
                <a:latin typeface="Noto Sans CJK SC"/>
              </a:rPr>
              <a:t>对抗安全案例</a:t>
            </a:r>
            <a:endParaRPr b="1" lang="en-US" sz="1900" spc="-1" strike="noStrike">
              <a:solidFill>
                <a:srgbClr val="12231d"/>
              </a:solidFill>
              <a:latin typeface="Noto Sans CJK SC"/>
            </a:endParaRPr>
          </a:p>
        </p:txBody>
      </p:sp>
      <p:sp>
        <p:nvSpPr>
          <p:cNvPr id="117" name=""/>
          <p:cNvSpPr txBox="1"/>
          <p:nvPr/>
        </p:nvSpPr>
        <p:spPr>
          <a:xfrm>
            <a:off x="6372000" y="3006000"/>
            <a:ext cx="4824000" cy="162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zh-CN" sz="1700" spc="-1" strike="noStrike">
                <a:solidFill>
                  <a:srgbClr val="0e7053"/>
                </a:solidFill>
                <a:latin typeface="Noto Sans CJK SC"/>
              </a:rPr>
              <a:t>越权、伪造、过期、跨 </a:t>
            </a:r>
            <a:r>
              <a:rPr b="1" lang="en-US" sz="1700" spc="-1" strike="noStrike">
                <a:solidFill>
                  <a:srgbClr val="0e7053"/>
                </a:solidFill>
                <a:latin typeface="Noto Sans CJK SC"/>
              </a:rPr>
              <a:t>Case </a:t>
            </a:r>
            <a:r>
              <a:rPr b="1" lang="zh-CN" sz="1700" spc="-1" strike="noStrike">
                <a:solidFill>
                  <a:srgbClr val="0e7053"/>
                </a:solidFill>
                <a:latin typeface="Noto Sans CJK SC"/>
              </a:rPr>
              <a:t>重放和 </a:t>
            </a:r>
            <a:r>
              <a:rPr b="1" lang="en-US" sz="1700" spc="-1" strike="noStrike">
                <a:solidFill>
                  <a:srgbClr val="0e7053"/>
                </a:solidFill>
                <a:latin typeface="Noto Sans CJK SC"/>
              </a:rPr>
              <a:t>Schema </a:t>
            </a:r>
            <a:r>
              <a:rPr b="1" lang="zh-CN" sz="1700" spc="-1" strike="noStrike">
                <a:solidFill>
                  <a:srgbClr val="0e7053"/>
                </a:solidFill>
                <a:latin typeface="Noto Sans CJK SC"/>
              </a:rPr>
              <a:t>混淆均 </a:t>
            </a:r>
            <a:r>
              <a:rPr b="1" lang="en-US" sz="1700" spc="-1" strike="noStrike">
                <a:solidFill>
                  <a:srgbClr val="0e7053"/>
                </a:solidFill>
                <a:latin typeface="Noto Sans CJK SC"/>
              </a:rPr>
              <a:t>fail closed</a:t>
            </a:r>
            <a:r>
              <a:rPr b="1" lang="zh-CN" sz="1700" spc="-1" strike="noStrike">
                <a:solidFill>
                  <a:srgbClr val="0e7053"/>
                </a:solidFill>
                <a:latin typeface="Noto Sans CJK SC"/>
              </a:rPr>
              <a:t>；指标退化触发确定性回滚。</a:t>
            </a:r>
            <a:endParaRPr b="1" lang="en-US" sz="1700" spc="-1" strike="noStrike">
              <a:solidFill>
                <a:srgbClr val="0e7053"/>
              </a:solidFill>
              <a:latin typeface="Noto Sans CJK SC"/>
            </a:endParaRPr>
          </a:p>
        </p:txBody>
      </p:sp>
      <p:sp>
        <p:nvSpPr>
          <p:cNvPr id="118" name=""/>
          <p:cNvSpPr txBox="1"/>
          <p:nvPr/>
        </p:nvSpPr>
        <p:spPr>
          <a:xfrm>
            <a:off x="720000" y="6408000"/>
            <a:ext cx="7380000" cy="126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60716a"/>
                </a:solidFill>
                <a:latin typeface="Courier New"/>
              </a:rPr>
              <a:t>AgentTeams · Skill · MCP 2025-06-18 · RAG · Evidence-first</a:t>
            </a:r>
            <a:endParaRPr b="0" lang="en-US" sz="900" spc="-1" strike="noStrike">
              <a:solidFill>
                <a:srgbClr val="60716a"/>
              </a:solidFill>
              <a:latin typeface="Courier New"/>
            </a:endParaRPr>
          </a:p>
        </p:txBody>
      </p:sp>
      <p:sp>
        <p:nvSpPr>
          <p:cNvPr id="119" name=""/>
          <p:cNvSpPr txBox="1"/>
          <p:nvPr/>
        </p:nvSpPr>
        <p:spPr>
          <a:xfrm>
            <a:off x="10980000" y="6408000"/>
            <a:ext cx="504000" cy="126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60716a"/>
                </a:solidFill>
                <a:latin typeface="Courier New"/>
              </a:rPr>
              <a:t>8</a:t>
            </a:r>
            <a:endParaRPr b="0" lang="en-US" sz="900" spc="-1" strike="noStrike">
              <a:solidFill>
                <a:srgbClr val="60716a"/>
              </a:solidFill>
              <a:latin typeface="Courier New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"/>
          <p:cNvSpPr/>
          <p:nvPr/>
        </p:nvSpPr>
        <p:spPr>
          <a:xfrm>
            <a:off x="0" y="0"/>
            <a:ext cx="12191760" cy="6858000"/>
          </a:xfrm>
          <a:prstGeom prst="rect">
            <a:avLst/>
          </a:prstGeom>
          <a:solidFill>
            <a:srgbClr val="162b35"/>
          </a:solidFill>
          <a:ln w="0">
            <a:solidFill>
              <a:srgbClr val="162b35"/>
            </a:solidFill>
          </a:ln>
        </p:spPr>
      </p:sp>
      <p:sp>
        <p:nvSpPr>
          <p:cNvPr id="121" name=""/>
          <p:cNvSpPr txBox="1"/>
          <p:nvPr/>
        </p:nvSpPr>
        <p:spPr>
          <a:xfrm>
            <a:off x="720000" y="414000"/>
            <a:ext cx="3600000" cy="18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000" spc="-1" strike="noStrike">
                <a:solidFill>
                  <a:srgbClr val="ccef73"/>
                </a:solidFill>
                <a:latin typeface="Courier New"/>
              </a:rPr>
              <a:t>09 / 17   DEVORBIT</a:t>
            </a:r>
            <a:endParaRPr b="1" lang="en-US" sz="1000" spc="-1" strike="noStrike">
              <a:solidFill>
                <a:srgbClr val="ccef73"/>
              </a:solidFill>
              <a:latin typeface="Courier New"/>
            </a:endParaRPr>
          </a:p>
        </p:txBody>
      </p:sp>
      <p:sp>
        <p:nvSpPr>
          <p:cNvPr id="122" name=""/>
          <p:cNvSpPr txBox="1"/>
          <p:nvPr/>
        </p:nvSpPr>
        <p:spPr>
          <a:xfrm>
            <a:off x="720000" y="864000"/>
            <a:ext cx="10800000" cy="756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zh-CN" sz="3000" spc="-1" strike="noStrike">
                <a:solidFill>
                  <a:srgbClr val="fffdf7"/>
                </a:solidFill>
                <a:latin typeface="Noto Sans CJK SC"/>
              </a:rPr>
              <a:t>上线不是终点，经验要回到下一次任务</a:t>
            </a:r>
            <a:endParaRPr b="1" lang="en-US" sz="3000" spc="-1" strike="noStrike">
              <a:solidFill>
                <a:srgbClr val="fffdf7"/>
              </a:solidFill>
              <a:latin typeface="Noto Sans CJK SC"/>
            </a:endParaRPr>
          </a:p>
        </p:txBody>
      </p:sp>
      <p:sp>
        <p:nvSpPr>
          <p:cNvPr id="123" name=""/>
          <p:cNvSpPr txBox="1"/>
          <p:nvPr/>
        </p:nvSpPr>
        <p:spPr>
          <a:xfrm>
            <a:off x="738000" y="1800000"/>
            <a:ext cx="10260000" cy="648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1800" spc="-1" strike="noStrike">
                <a:solidFill>
                  <a:srgbClr val="b8c9c2"/>
                </a:solidFill>
                <a:latin typeface="Noto Sans CJK SC"/>
              </a:rPr>
              <a:t>KB-20260812-014 · </a:t>
            </a:r>
            <a:r>
              <a:rPr b="0" lang="zh-CN" sz="1800" spc="-1" strike="noStrike">
                <a:solidFill>
                  <a:srgbClr val="b8c9c2"/>
                </a:solidFill>
                <a:latin typeface="Noto Sans CJK SC"/>
              </a:rPr>
              <a:t>连接池缩容 </a:t>
            </a:r>
            <a:r>
              <a:rPr b="0" lang="en-US" sz="1800" spc="-1" strike="noStrike">
                <a:solidFill>
                  <a:srgbClr val="b8c9c2"/>
                </a:solidFill>
                <a:latin typeface="Noto Sans CJK SC"/>
              </a:rPr>
              <a:t>+ </a:t>
            </a:r>
            <a:r>
              <a:rPr b="0" lang="zh-CN" sz="1800" spc="-1" strike="noStrike">
                <a:solidFill>
                  <a:srgbClr val="b8c9c2"/>
                </a:solidFill>
                <a:latin typeface="Noto Sans CJK SC"/>
              </a:rPr>
              <a:t>幂等重试放大</a:t>
            </a:r>
            <a:endParaRPr b="0" lang="en-US" sz="1800" spc="-1" strike="noStrike">
              <a:solidFill>
                <a:srgbClr val="b8c9c2"/>
              </a:solidFill>
              <a:latin typeface="Noto Sans CJK SC"/>
            </a:endParaRPr>
          </a:p>
        </p:txBody>
      </p:sp>
      <p:sp>
        <p:nvSpPr>
          <p:cNvPr id="124" name=""/>
          <p:cNvSpPr/>
          <p:nvPr/>
        </p:nvSpPr>
        <p:spPr>
          <a:xfrm>
            <a:off x="720000" y="2736000"/>
            <a:ext cx="5112000" cy="2160000"/>
          </a:xfrm>
          <a:prstGeom prst="rect">
            <a:avLst/>
          </a:prstGeom>
          <a:solidFill>
            <a:srgbClr val="1e3942"/>
          </a:solidFill>
          <a:ln w="0">
            <a:solidFill>
              <a:srgbClr val="31505a"/>
            </a:solidFill>
          </a:ln>
        </p:spPr>
      </p:sp>
      <p:sp>
        <p:nvSpPr>
          <p:cNvPr id="125" name=""/>
          <p:cNvSpPr/>
          <p:nvPr/>
        </p:nvSpPr>
        <p:spPr>
          <a:xfrm>
            <a:off x="6120000" y="2736000"/>
            <a:ext cx="5328000" cy="2160000"/>
          </a:xfrm>
          <a:prstGeom prst="rect">
            <a:avLst/>
          </a:prstGeom>
          <a:solidFill>
            <a:srgbClr val="203b44"/>
          </a:solidFill>
          <a:ln w="0">
            <a:solidFill>
              <a:srgbClr val="31505a"/>
            </a:solidFill>
          </a:ln>
        </p:spPr>
      </p:sp>
      <p:sp>
        <p:nvSpPr>
          <p:cNvPr id="126" name=""/>
          <p:cNvSpPr txBox="1"/>
          <p:nvPr/>
        </p:nvSpPr>
        <p:spPr>
          <a:xfrm>
            <a:off x="972000" y="3006000"/>
            <a:ext cx="4572000" cy="162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zh-CN" sz="1900" spc="-1" strike="noStrike">
                <a:solidFill>
                  <a:srgbClr val="fffdf7"/>
                </a:solidFill>
                <a:latin typeface="Noto Sans CJK SC"/>
              </a:rPr>
              <a:t>容量策略校验</a:t>
            </a:r>
            <a:endParaRPr b="1" lang="en-US" sz="1900" spc="-1" strike="noStrike">
              <a:solidFill>
                <a:srgbClr val="fffdf7"/>
              </a:solidFill>
              <a:latin typeface="Noto Sans CJK SC"/>
            </a:endParaRPr>
          </a:p>
          <a:p>
            <a:r>
              <a:rPr b="1" lang="zh-CN" sz="1900" spc="-1" strike="noStrike">
                <a:solidFill>
                  <a:srgbClr val="fffdf7"/>
                </a:solidFill>
                <a:latin typeface="Noto Sans CJK SC"/>
              </a:rPr>
              <a:t>幂等存储水位告警</a:t>
            </a:r>
            <a:endParaRPr b="1" lang="en-US" sz="1900" spc="-1" strike="noStrike">
              <a:solidFill>
                <a:srgbClr val="fffdf7"/>
              </a:solidFill>
              <a:latin typeface="Noto Sans CJK SC"/>
            </a:endParaRPr>
          </a:p>
          <a:p>
            <a:r>
              <a:rPr b="1" lang="zh-CN" sz="1900" spc="-1" strike="noStrike">
                <a:solidFill>
                  <a:srgbClr val="fffdf7"/>
                </a:solidFill>
                <a:latin typeface="Noto Sans CJK SC"/>
              </a:rPr>
              <a:t>重复提交回归纳入门禁</a:t>
            </a:r>
            <a:endParaRPr b="1" lang="en-US" sz="1900" spc="-1" strike="noStrike">
              <a:solidFill>
                <a:srgbClr val="fffdf7"/>
              </a:solidFill>
              <a:latin typeface="Noto Sans CJK SC"/>
            </a:endParaRPr>
          </a:p>
        </p:txBody>
      </p:sp>
      <p:sp>
        <p:nvSpPr>
          <p:cNvPr id="127" name=""/>
          <p:cNvSpPr txBox="1"/>
          <p:nvPr/>
        </p:nvSpPr>
        <p:spPr>
          <a:xfrm>
            <a:off x="6372000" y="3006000"/>
            <a:ext cx="4824000" cy="162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zh-CN" sz="1700" spc="-1" strike="noStrike">
                <a:solidFill>
                  <a:srgbClr val="ccef73"/>
                </a:solidFill>
                <a:latin typeface="Noto Sans CJK SC"/>
              </a:rPr>
              <a:t>复盘绑定 </a:t>
            </a:r>
            <a:r>
              <a:rPr b="1" lang="en-US" sz="1700" spc="-1" strike="noStrike">
                <a:solidFill>
                  <a:srgbClr val="ccef73"/>
                </a:solidFill>
                <a:latin typeface="Noto Sans CJK SC"/>
              </a:rPr>
              <a:t>Case</a:t>
            </a:r>
            <a:r>
              <a:rPr b="1" lang="zh-CN" sz="1700" spc="-1" strike="noStrike">
                <a:solidFill>
                  <a:srgbClr val="ccef73"/>
                </a:solidFill>
                <a:latin typeface="Noto Sans CJK SC"/>
              </a:rPr>
              <a:t>、代码、测试、审批、灰度和最终结果。</a:t>
            </a:r>
            <a:endParaRPr b="1" lang="en-US" sz="1700" spc="-1" strike="noStrike">
              <a:solidFill>
                <a:srgbClr val="ccef73"/>
              </a:solidFill>
              <a:latin typeface="Noto Sans CJK SC"/>
            </a:endParaRPr>
          </a:p>
        </p:txBody>
      </p:sp>
      <p:sp>
        <p:nvSpPr>
          <p:cNvPr id="128" name=""/>
          <p:cNvSpPr txBox="1"/>
          <p:nvPr/>
        </p:nvSpPr>
        <p:spPr>
          <a:xfrm>
            <a:off x="720000" y="6408000"/>
            <a:ext cx="7380000" cy="126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b8c9c2"/>
                </a:solidFill>
                <a:latin typeface="Courier New"/>
              </a:rPr>
              <a:t>AgentTeams · Skill · MCP 2025-06-18 · RAG · Evidence-first</a:t>
            </a:r>
            <a:endParaRPr b="0" lang="en-US" sz="900" spc="-1" strike="noStrike">
              <a:solidFill>
                <a:srgbClr val="b8c9c2"/>
              </a:solidFill>
              <a:latin typeface="Courier New"/>
            </a:endParaRPr>
          </a:p>
        </p:txBody>
      </p:sp>
      <p:sp>
        <p:nvSpPr>
          <p:cNvPr id="129" name=""/>
          <p:cNvSpPr txBox="1"/>
          <p:nvPr/>
        </p:nvSpPr>
        <p:spPr>
          <a:xfrm>
            <a:off x="10980000" y="6408000"/>
            <a:ext cx="504000" cy="126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b8c9c2"/>
                </a:solidFill>
                <a:latin typeface="Courier New"/>
              </a:rPr>
              <a:t>9</a:t>
            </a:r>
            <a:endParaRPr b="0" lang="en-US" sz="900" spc="-1" strike="noStrike">
              <a:solidFill>
                <a:srgbClr val="b8c9c2"/>
              </a:solidFill>
              <a:latin typeface="Courier New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"/>
          <p:cNvSpPr/>
          <p:nvPr/>
        </p:nvSpPr>
        <p:spPr>
          <a:xfrm>
            <a:off x="0" y="0"/>
            <a:ext cx="12191760" cy="6858000"/>
          </a:xfrm>
          <a:prstGeom prst="rect">
            <a:avLst/>
          </a:prstGeom>
          <a:solidFill>
            <a:srgbClr val="f3f1e9"/>
          </a:solidFill>
          <a:ln w="0">
            <a:solidFill>
              <a:srgbClr val="f3f1e9"/>
            </a:solidFill>
          </a:ln>
        </p:spPr>
      </p:sp>
      <p:sp>
        <p:nvSpPr>
          <p:cNvPr id="131" name=""/>
          <p:cNvSpPr txBox="1"/>
          <p:nvPr/>
        </p:nvSpPr>
        <p:spPr>
          <a:xfrm>
            <a:off x="720000" y="414000"/>
            <a:ext cx="3600000" cy="18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000" spc="-1" strike="noStrike">
                <a:solidFill>
                  <a:srgbClr val="0e7053"/>
                </a:solidFill>
                <a:latin typeface="Courier New"/>
              </a:rPr>
              <a:t>10 / 17   DEVORBIT</a:t>
            </a:r>
            <a:endParaRPr b="1" lang="en-US" sz="1000" spc="-1" strike="noStrike">
              <a:solidFill>
                <a:srgbClr val="0e7053"/>
              </a:solidFill>
              <a:latin typeface="Courier New"/>
            </a:endParaRPr>
          </a:p>
        </p:txBody>
      </p:sp>
      <p:sp>
        <p:nvSpPr>
          <p:cNvPr id="132" name=""/>
          <p:cNvSpPr txBox="1"/>
          <p:nvPr/>
        </p:nvSpPr>
        <p:spPr>
          <a:xfrm>
            <a:off x="720000" y="864000"/>
            <a:ext cx="10800000" cy="756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zh-CN" sz="3000" spc="-1" strike="noStrike">
                <a:solidFill>
                  <a:srgbClr val="12231d"/>
                </a:solidFill>
                <a:latin typeface="Noto Sans CJK SC"/>
              </a:rPr>
              <a:t>把专家经验变成可复用工程资产</a:t>
            </a:r>
            <a:endParaRPr b="1" lang="en-US" sz="3000" spc="-1" strike="noStrike">
              <a:solidFill>
                <a:srgbClr val="12231d"/>
              </a:solidFill>
              <a:latin typeface="Noto Sans CJK SC"/>
            </a:endParaRPr>
          </a:p>
        </p:txBody>
      </p:sp>
      <p:sp>
        <p:nvSpPr>
          <p:cNvPr id="133" name=""/>
          <p:cNvSpPr txBox="1"/>
          <p:nvPr/>
        </p:nvSpPr>
        <p:spPr>
          <a:xfrm>
            <a:off x="738000" y="1800000"/>
            <a:ext cx="10260000" cy="648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1800" spc="-1" strike="noStrike">
                <a:solidFill>
                  <a:srgbClr val="60716a"/>
                </a:solidFill>
                <a:latin typeface="Noto Sans CJK SC"/>
              </a:rPr>
              <a:t>7 </a:t>
            </a:r>
            <a:r>
              <a:rPr b="0" lang="zh-CN" sz="1800" spc="-1" strike="noStrike">
                <a:solidFill>
                  <a:srgbClr val="60716a"/>
                </a:solidFill>
                <a:latin typeface="Noto Sans CJK SC"/>
              </a:rPr>
              <a:t>自定义 </a:t>
            </a:r>
            <a:r>
              <a:rPr b="0" lang="en-US" sz="1800" spc="-1" strike="noStrike">
                <a:solidFill>
                  <a:srgbClr val="60716a"/>
                </a:solidFill>
                <a:latin typeface="Noto Sans CJK SC"/>
              </a:rPr>
              <a:t>Skill + 1 </a:t>
            </a:r>
            <a:r>
              <a:rPr b="0" lang="zh-CN" sz="1800" spc="-1" strike="noStrike">
                <a:solidFill>
                  <a:srgbClr val="60716a"/>
                </a:solidFill>
                <a:latin typeface="Noto Sans CJK SC"/>
              </a:rPr>
              <a:t>官方日志 </a:t>
            </a:r>
            <a:r>
              <a:rPr b="0" lang="en-US" sz="1800" spc="-1" strike="noStrike">
                <a:solidFill>
                  <a:srgbClr val="60716a"/>
                </a:solidFill>
                <a:latin typeface="Noto Sans CJK SC"/>
              </a:rPr>
              <a:t>Skill + 6 </a:t>
            </a:r>
            <a:r>
              <a:rPr b="0" lang="zh-CN" sz="1800" spc="-1" strike="noStrike">
                <a:solidFill>
                  <a:srgbClr val="60716a"/>
                </a:solidFill>
                <a:latin typeface="Noto Sans CJK SC"/>
              </a:rPr>
              <a:t>类 </a:t>
            </a:r>
            <a:r>
              <a:rPr b="0" lang="en-US" sz="1800" spc="-1" strike="noStrike">
                <a:solidFill>
                  <a:srgbClr val="60716a"/>
                </a:solidFill>
                <a:latin typeface="Noto Sans CJK SC"/>
              </a:rPr>
              <a:t>MCP Adapter</a:t>
            </a:r>
            <a:endParaRPr b="0" lang="en-US" sz="1800" spc="-1" strike="noStrike">
              <a:solidFill>
                <a:srgbClr val="60716a"/>
              </a:solidFill>
              <a:latin typeface="Noto Sans CJK SC"/>
            </a:endParaRPr>
          </a:p>
        </p:txBody>
      </p:sp>
      <p:sp>
        <p:nvSpPr>
          <p:cNvPr id="134" name=""/>
          <p:cNvSpPr/>
          <p:nvPr/>
        </p:nvSpPr>
        <p:spPr>
          <a:xfrm>
            <a:off x="720000" y="2736000"/>
            <a:ext cx="5112000" cy="2160000"/>
          </a:xfrm>
          <a:prstGeom prst="rect">
            <a:avLst/>
          </a:prstGeom>
          <a:solidFill>
            <a:srgbClr val="fffdf7"/>
          </a:solidFill>
          <a:ln w="0">
            <a:solidFill>
              <a:srgbClr val="d6d9cf"/>
            </a:solidFill>
          </a:ln>
        </p:spPr>
      </p:sp>
      <p:sp>
        <p:nvSpPr>
          <p:cNvPr id="135" name=""/>
          <p:cNvSpPr/>
          <p:nvPr/>
        </p:nvSpPr>
        <p:spPr>
          <a:xfrm>
            <a:off x="6120000" y="2736000"/>
            <a:ext cx="5328000" cy="2160000"/>
          </a:xfrm>
          <a:prstGeom prst="rect">
            <a:avLst/>
          </a:prstGeom>
          <a:solidFill>
            <a:srgbClr val="e7ebdd"/>
          </a:solidFill>
          <a:ln w="0">
            <a:solidFill>
              <a:srgbClr val="d6d9cf"/>
            </a:solidFill>
          </a:ln>
        </p:spPr>
      </p:sp>
      <p:sp>
        <p:nvSpPr>
          <p:cNvPr id="136" name=""/>
          <p:cNvSpPr txBox="1"/>
          <p:nvPr/>
        </p:nvSpPr>
        <p:spPr>
          <a:xfrm>
            <a:off x="972000" y="3006000"/>
            <a:ext cx="4572000" cy="162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zh-CN" sz="1900" spc="-1" strike="noStrike">
                <a:solidFill>
                  <a:srgbClr val="12231d"/>
                </a:solidFill>
                <a:latin typeface="Noto Sans CJK SC"/>
              </a:rPr>
              <a:t>输入输出 </a:t>
            </a:r>
            <a:r>
              <a:rPr b="1" lang="en-US" sz="1900" spc="-1" strike="noStrike">
                <a:solidFill>
                  <a:srgbClr val="12231d"/>
                </a:solidFill>
                <a:latin typeface="Noto Sans CJK SC"/>
              </a:rPr>
              <a:t>Schema</a:t>
            </a:r>
            <a:endParaRPr b="1" lang="en-US" sz="1900" spc="-1" strike="noStrike">
              <a:solidFill>
                <a:srgbClr val="12231d"/>
              </a:solidFill>
              <a:latin typeface="Noto Sans CJK SC"/>
            </a:endParaRPr>
          </a:p>
          <a:p>
            <a:r>
              <a:rPr b="1" lang="zh-CN" sz="1900" spc="-1" strike="noStrike">
                <a:solidFill>
                  <a:srgbClr val="12231d"/>
                </a:solidFill>
                <a:latin typeface="Noto Sans CJK SC"/>
              </a:rPr>
              <a:t>调用条件与失败处理</a:t>
            </a:r>
            <a:endParaRPr b="1" lang="en-US" sz="1900" spc="-1" strike="noStrike">
              <a:solidFill>
                <a:srgbClr val="12231d"/>
              </a:solidFill>
              <a:latin typeface="Noto Sans CJK SC"/>
            </a:endParaRPr>
          </a:p>
          <a:p>
            <a:r>
              <a:rPr b="1" lang="zh-CN" sz="1900" spc="-1" strike="noStrike">
                <a:solidFill>
                  <a:srgbClr val="12231d"/>
                </a:solidFill>
                <a:latin typeface="Noto Sans CJK SC"/>
              </a:rPr>
              <a:t>安全边界与证据引用</a:t>
            </a:r>
            <a:endParaRPr b="1" lang="en-US" sz="1900" spc="-1" strike="noStrike">
              <a:solidFill>
                <a:srgbClr val="12231d"/>
              </a:solidFill>
              <a:latin typeface="Noto Sans CJK SC"/>
            </a:endParaRPr>
          </a:p>
          <a:p>
            <a:r>
              <a:rPr b="1" lang="en-US" sz="1900" spc="-1" strike="noStrike">
                <a:solidFill>
                  <a:srgbClr val="12231d"/>
                </a:solidFill>
                <a:latin typeface="Noto Sans CJK SC"/>
              </a:rPr>
              <a:t>Golden Case </a:t>
            </a:r>
            <a:r>
              <a:rPr b="1" lang="zh-CN" sz="1900" spc="-1" strike="noStrike">
                <a:solidFill>
                  <a:srgbClr val="12231d"/>
                </a:solidFill>
                <a:latin typeface="Noto Sans CJK SC"/>
              </a:rPr>
              <a:t>评估与版本回滚</a:t>
            </a:r>
            <a:endParaRPr b="1" lang="en-US" sz="1900" spc="-1" strike="noStrike">
              <a:solidFill>
                <a:srgbClr val="12231d"/>
              </a:solidFill>
              <a:latin typeface="Noto Sans CJK SC"/>
            </a:endParaRPr>
          </a:p>
        </p:txBody>
      </p:sp>
      <p:sp>
        <p:nvSpPr>
          <p:cNvPr id="137" name=""/>
          <p:cNvSpPr txBox="1"/>
          <p:nvPr/>
        </p:nvSpPr>
        <p:spPr>
          <a:xfrm>
            <a:off x="6372000" y="3006000"/>
            <a:ext cx="4824000" cy="162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zh-CN" sz="1700" spc="-1" strike="noStrike">
                <a:solidFill>
                  <a:srgbClr val="0e7053"/>
                </a:solidFill>
                <a:latin typeface="Noto Sans CJK SC"/>
              </a:rPr>
              <a:t>官方 </a:t>
            </a:r>
            <a:r>
              <a:rPr b="1" lang="en-US" sz="1700" spc="-1" strike="noStrike">
                <a:solidFill>
                  <a:srgbClr val="0e7053"/>
                </a:solidFill>
                <a:latin typeface="Noto Sans CJK SC"/>
              </a:rPr>
              <a:t>SLS Query v0.0.2 </a:t>
            </a:r>
            <a:r>
              <a:rPr b="1" lang="zh-CN" sz="1700" spc="-1" strike="noStrike">
                <a:solidFill>
                  <a:srgbClr val="0e7053"/>
                </a:solidFill>
                <a:latin typeface="Noto Sans CJK SC"/>
              </a:rPr>
              <a:t>合规快照锁定</a:t>
            </a:r>
            <a:endParaRPr b="1" lang="en-US" sz="1700" spc="-1" strike="noStrike">
              <a:solidFill>
                <a:srgbClr val="0e7053"/>
              </a:solidFill>
              <a:latin typeface="Noto Sans CJK SC"/>
            </a:endParaRPr>
          </a:p>
          <a:p>
            <a:r>
              <a:rPr b="1" lang="zh-CN" sz="1700" spc="-1" strike="noStrike">
                <a:solidFill>
                  <a:srgbClr val="0e7053"/>
                </a:solidFill>
                <a:latin typeface="Noto Sans CJK SC"/>
              </a:rPr>
              <a:t>核心 </a:t>
            </a:r>
            <a:r>
              <a:rPr b="1" lang="en-US" sz="1700" spc="-1" strike="noStrike">
                <a:solidFill>
                  <a:srgbClr val="0e7053"/>
                </a:solidFill>
                <a:latin typeface="Noto Sans CJK SC"/>
              </a:rPr>
              <a:t>SKILL.md </a:t>
            </a:r>
            <a:r>
              <a:rPr b="1" lang="zh-CN" sz="1700" spc="-1" strike="noStrike">
                <a:solidFill>
                  <a:srgbClr val="0e7053"/>
                </a:solidFill>
                <a:latin typeface="Noto Sans CJK SC"/>
              </a:rPr>
              <a:t>未修改；来源</a:t>
            </a:r>
            <a:r>
              <a:rPr b="1" lang="en-US" sz="1700" spc="-1" strike="noStrike">
                <a:solidFill>
                  <a:srgbClr val="0e7053"/>
                </a:solidFill>
                <a:latin typeface="Noto Sans CJK SC"/>
              </a:rPr>
              <a:t>/</a:t>
            </a:r>
            <a:r>
              <a:rPr b="1" lang="zh-CN" sz="1700" spc="-1" strike="noStrike">
                <a:solidFill>
                  <a:srgbClr val="0e7053"/>
                </a:solidFill>
                <a:latin typeface="Noto Sans CJK SC"/>
              </a:rPr>
              <a:t>差异</a:t>
            </a:r>
            <a:r>
              <a:rPr b="1" lang="en-US" sz="1700" spc="-1" strike="noStrike">
                <a:solidFill>
                  <a:srgbClr val="0e7053"/>
                </a:solidFill>
                <a:latin typeface="Noto Sans CJK SC"/>
              </a:rPr>
              <a:t>/</a:t>
            </a:r>
            <a:r>
              <a:rPr b="1" lang="zh-CN" sz="1700" spc="-1" strike="noStrike">
                <a:solidFill>
                  <a:srgbClr val="0e7053"/>
                </a:solidFill>
                <a:latin typeface="Noto Sans CJK SC"/>
              </a:rPr>
              <a:t>摘要可审计</a:t>
            </a:r>
            <a:endParaRPr b="1" lang="en-US" sz="1700" spc="-1" strike="noStrike">
              <a:solidFill>
                <a:srgbClr val="0e7053"/>
              </a:solidFill>
              <a:latin typeface="Noto Sans CJK SC"/>
            </a:endParaRPr>
          </a:p>
          <a:p>
            <a:r>
              <a:rPr b="1" lang="en-US" sz="1700" spc="-1" strike="noStrike">
                <a:solidFill>
                  <a:srgbClr val="0e7053"/>
                </a:solidFill>
                <a:latin typeface="Noto Sans CJK SC"/>
              </a:rPr>
              <a:t>Intake / RCA </a:t>
            </a:r>
            <a:r>
              <a:rPr b="1" lang="zh-CN" sz="1700" spc="-1" strike="noStrike">
                <a:solidFill>
                  <a:srgbClr val="0e7053"/>
                </a:solidFill>
                <a:latin typeface="Noto Sans CJK SC"/>
              </a:rPr>
              <a:t>只读接入；默认 </a:t>
            </a:r>
            <a:r>
              <a:rPr b="1" lang="en-US" sz="1700" spc="-1" strike="noStrike">
                <a:solidFill>
                  <a:srgbClr val="0e7053"/>
                </a:solidFill>
                <a:latin typeface="Noto Sans CJK SC"/>
              </a:rPr>
              <a:t>Demo </a:t>
            </a:r>
            <a:r>
              <a:rPr b="1" lang="zh-CN" sz="1700" spc="-1" strike="noStrike">
                <a:solidFill>
                  <a:srgbClr val="0e7053"/>
                </a:solidFill>
                <a:latin typeface="Noto Sans CJK SC"/>
              </a:rPr>
              <a:t>不调用云账号</a:t>
            </a:r>
            <a:endParaRPr b="1" lang="en-US" sz="1700" spc="-1" strike="noStrike">
              <a:solidFill>
                <a:srgbClr val="0e7053"/>
              </a:solidFill>
              <a:latin typeface="Noto Sans CJK SC"/>
            </a:endParaRPr>
          </a:p>
        </p:txBody>
      </p:sp>
      <p:sp>
        <p:nvSpPr>
          <p:cNvPr id="138" name=""/>
          <p:cNvSpPr txBox="1"/>
          <p:nvPr/>
        </p:nvSpPr>
        <p:spPr>
          <a:xfrm>
            <a:off x="720000" y="6408000"/>
            <a:ext cx="7380000" cy="126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60716a"/>
                </a:solidFill>
                <a:latin typeface="Courier New"/>
              </a:rPr>
              <a:t>AgentTeams · Skill · MCP 2025-06-18 · RAG · Evidence-first</a:t>
            </a:r>
            <a:endParaRPr b="0" lang="en-US" sz="900" spc="-1" strike="noStrike">
              <a:solidFill>
                <a:srgbClr val="60716a"/>
              </a:solidFill>
              <a:latin typeface="Courier New"/>
            </a:endParaRPr>
          </a:p>
        </p:txBody>
      </p:sp>
      <p:sp>
        <p:nvSpPr>
          <p:cNvPr id="139" name=""/>
          <p:cNvSpPr txBox="1"/>
          <p:nvPr/>
        </p:nvSpPr>
        <p:spPr>
          <a:xfrm>
            <a:off x="10980000" y="6408000"/>
            <a:ext cx="504000" cy="126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60716a"/>
                </a:solidFill>
                <a:latin typeface="Courier New"/>
              </a:rPr>
              <a:t>10</a:t>
            </a:r>
            <a:endParaRPr b="0" lang="en-US" sz="900" spc="-1" strike="noStrike">
              <a:solidFill>
                <a:srgbClr val="60716a"/>
              </a:solidFill>
              <a:latin typeface="Courier New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"/>
          <p:cNvSpPr/>
          <p:nvPr/>
        </p:nvSpPr>
        <p:spPr>
          <a:xfrm>
            <a:off x="0" y="0"/>
            <a:ext cx="12191760" cy="6858000"/>
          </a:xfrm>
          <a:prstGeom prst="rect">
            <a:avLst/>
          </a:prstGeom>
          <a:solidFill>
            <a:srgbClr val="f3f1e9"/>
          </a:solidFill>
          <a:ln w="0">
            <a:solidFill>
              <a:srgbClr val="f3f1e9"/>
            </a:solidFill>
          </a:ln>
        </p:spPr>
      </p:sp>
      <p:sp>
        <p:nvSpPr>
          <p:cNvPr id="141" name=""/>
          <p:cNvSpPr txBox="1"/>
          <p:nvPr/>
        </p:nvSpPr>
        <p:spPr>
          <a:xfrm>
            <a:off x="720000" y="414000"/>
            <a:ext cx="3600000" cy="18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000" spc="-1" strike="noStrike">
                <a:solidFill>
                  <a:srgbClr val="0e7053"/>
                </a:solidFill>
                <a:latin typeface="Courier New"/>
              </a:rPr>
              <a:t>11 / 17   DEVORBIT</a:t>
            </a:r>
            <a:endParaRPr b="1" lang="en-US" sz="1000" spc="-1" strike="noStrike">
              <a:solidFill>
                <a:srgbClr val="0e7053"/>
              </a:solidFill>
              <a:latin typeface="Courier New"/>
            </a:endParaRPr>
          </a:p>
        </p:txBody>
      </p:sp>
      <p:sp>
        <p:nvSpPr>
          <p:cNvPr id="142" name=""/>
          <p:cNvSpPr txBox="1"/>
          <p:nvPr/>
        </p:nvSpPr>
        <p:spPr>
          <a:xfrm>
            <a:off x="720000" y="864000"/>
            <a:ext cx="10800000" cy="756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zh-CN" sz="3000" spc="-1" strike="noStrike">
                <a:solidFill>
                  <a:srgbClr val="12231d"/>
                </a:solidFill>
                <a:latin typeface="Noto Sans CJK SC"/>
              </a:rPr>
              <a:t>一键运行，现场可复现</a:t>
            </a:r>
            <a:endParaRPr b="1" lang="en-US" sz="3000" spc="-1" strike="noStrike">
              <a:solidFill>
                <a:srgbClr val="12231d"/>
              </a:solidFill>
              <a:latin typeface="Noto Sans CJK SC"/>
            </a:endParaRPr>
          </a:p>
        </p:txBody>
      </p:sp>
      <p:sp>
        <p:nvSpPr>
          <p:cNvPr id="143" name=""/>
          <p:cNvSpPr txBox="1"/>
          <p:nvPr/>
        </p:nvSpPr>
        <p:spPr>
          <a:xfrm>
            <a:off x="738000" y="1800000"/>
            <a:ext cx="10260000" cy="648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1800" spc="-1" strike="noStrike">
                <a:solidFill>
                  <a:srgbClr val="60716a"/>
                </a:solidFill>
                <a:latin typeface="Noto Sans CJK SC"/>
              </a:rPr>
              <a:t>verify-production / native-platform-smoke / POST /mcp</a:t>
            </a:r>
            <a:endParaRPr b="0" lang="en-US" sz="1800" spc="-1" strike="noStrike">
              <a:solidFill>
                <a:srgbClr val="60716a"/>
              </a:solidFill>
              <a:latin typeface="Noto Sans CJK SC"/>
            </a:endParaRPr>
          </a:p>
        </p:txBody>
      </p:sp>
      <p:sp>
        <p:nvSpPr>
          <p:cNvPr id="144" name=""/>
          <p:cNvSpPr/>
          <p:nvPr/>
        </p:nvSpPr>
        <p:spPr>
          <a:xfrm>
            <a:off x="720000" y="2736000"/>
            <a:ext cx="5112000" cy="2160000"/>
          </a:xfrm>
          <a:prstGeom prst="rect">
            <a:avLst/>
          </a:prstGeom>
          <a:solidFill>
            <a:srgbClr val="fffdf7"/>
          </a:solidFill>
          <a:ln w="0">
            <a:solidFill>
              <a:srgbClr val="d6d9cf"/>
            </a:solidFill>
          </a:ln>
        </p:spPr>
      </p:sp>
      <p:sp>
        <p:nvSpPr>
          <p:cNvPr id="145" name=""/>
          <p:cNvSpPr/>
          <p:nvPr/>
        </p:nvSpPr>
        <p:spPr>
          <a:xfrm>
            <a:off x="6120000" y="2736000"/>
            <a:ext cx="5328000" cy="2160000"/>
          </a:xfrm>
          <a:prstGeom prst="rect">
            <a:avLst/>
          </a:prstGeom>
          <a:solidFill>
            <a:srgbClr val="e7ebdd"/>
          </a:solidFill>
          <a:ln w="0">
            <a:solidFill>
              <a:srgbClr val="d6d9cf"/>
            </a:solidFill>
          </a:ln>
        </p:spPr>
      </p:sp>
      <p:sp>
        <p:nvSpPr>
          <p:cNvPr id="146" name=""/>
          <p:cNvSpPr txBox="1"/>
          <p:nvPr/>
        </p:nvSpPr>
        <p:spPr>
          <a:xfrm>
            <a:off x="972000" y="3006000"/>
            <a:ext cx="4572000" cy="162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500" spc="-1" strike="noStrike">
                <a:solidFill>
                  <a:srgbClr val="12231d"/>
                </a:solidFill>
                <a:latin typeface="Noto Sans CJK SC"/>
              </a:rPr>
              <a:t>29/29 Unit · 7/7 Golden · 6/6 Security</a:t>
            </a:r>
            <a:endParaRPr b="1" lang="en-US" sz="1500" spc="-1" strike="noStrike">
              <a:solidFill>
                <a:srgbClr val="12231d"/>
              </a:solidFill>
              <a:latin typeface="Noto Sans CJK SC"/>
            </a:endParaRPr>
          </a:p>
          <a:p>
            <a:r>
              <a:rPr b="1" lang="en-US" sz="1500" spc="-1" strike="noStrike">
                <a:solidFill>
                  <a:srgbClr val="12231d"/>
                </a:solidFill>
                <a:latin typeface="Noto Sans CJK SC"/>
              </a:rPr>
              <a:t>AgentTeams 140/140 · Adapter 66/66</a:t>
            </a:r>
            <a:endParaRPr b="1" lang="en-US" sz="1500" spc="-1" strike="noStrike">
              <a:solidFill>
                <a:srgbClr val="12231d"/>
              </a:solidFill>
              <a:latin typeface="Noto Sans CJK SC"/>
            </a:endParaRPr>
          </a:p>
          <a:p>
            <a:r>
              <a:rPr b="1" lang="zh-CN" sz="1500" spc="-1" strike="noStrike">
                <a:solidFill>
                  <a:srgbClr val="12231d"/>
                </a:solidFill>
                <a:latin typeface="Noto Sans CJK SC"/>
              </a:rPr>
              <a:t>原生连接器 </a:t>
            </a:r>
            <a:r>
              <a:rPr b="1" lang="en-US" sz="1500" spc="-1" strike="noStrike">
                <a:solidFill>
                  <a:srgbClr val="12231d"/>
                </a:solidFill>
                <a:latin typeface="Noto Sans CJK SC"/>
              </a:rPr>
              <a:t>8/8 · Native Runner 6/6</a:t>
            </a:r>
            <a:endParaRPr b="1" lang="en-US" sz="1500" spc="-1" strike="noStrike">
              <a:solidFill>
                <a:srgbClr val="12231d"/>
              </a:solidFill>
              <a:latin typeface="Noto Sans CJK SC"/>
            </a:endParaRPr>
          </a:p>
          <a:p>
            <a:r>
              <a:rPr b="1" lang="zh-CN" sz="1500" spc="-1" strike="noStrike">
                <a:solidFill>
                  <a:srgbClr val="12231d"/>
                </a:solidFill>
                <a:latin typeface="Noto Sans CJK SC"/>
              </a:rPr>
              <a:t>普通容器 </a:t>
            </a:r>
            <a:r>
              <a:rPr b="1" lang="en-US" sz="1500" spc="-1" strike="noStrike">
                <a:solidFill>
                  <a:srgbClr val="12231d"/>
                </a:solidFill>
                <a:latin typeface="Noto Sans CJK SC"/>
              </a:rPr>
              <a:t>14/14 · 7 </a:t>
            </a:r>
            <a:r>
              <a:rPr b="1" lang="zh-CN" sz="1500" spc="-1" strike="noStrike">
                <a:solidFill>
                  <a:srgbClr val="12231d"/>
                </a:solidFill>
                <a:latin typeface="Noto Sans CJK SC"/>
              </a:rPr>
              <a:t>组对照</a:t>
            </a:r>
            <a:r>
              <a:rPr b="1" lang="en-US" sz="1500" spc="-1" strike="noStrike">
                <a:solidFill>
                  <a:srgbClr val="12231d"/>
                </a:solidFill>
                <a:latin typeface="Noto Sans CJK SC"/>
              </a:rPr>
              <a:t>/</a:t>
            </a:r>
            <a:r>
              <a:rPr b="1" lang="zh-CN" sz="1500" spc="-1" strike="noStrike">
                <a:solidFill>
                  <a:srgbClr val="12231d"/>
                </a:solidFill>
                <a:latin typeface="Noto Sans CJK SC"/>
              </a:rPr>
              <a:t>消融</a:t>
            </a:r>
            <a:endParaRPr b="1" lang="en-US" sz="1500" spc="-1" strike="noStrike">
              <a:solidFill>
                <a:srgbClr val="12231d"/>
              </a:solidFill>
              <a:latin typeface="Noto Sans CJK SC"/>
            </a:endParaRPr>
          </a:p>
        </p:txBody>
      </p:sp>
      <p:sp>
        <p:nvSpPr>
          <p:cNvPr id="147" name=""/>
          <p:cNvSpPr txBox="1"/>
          <p:nvPr/>
        </p:nvSpPr>
        <p:spPr>
          <a:xfrm>
            <a:off x="6372000" y="3006000"/>
            <a:ext cx="4824000" cy="162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400" spc="-1" strike="noStrike">
                <a:solidFill>
                  <a:srgbClr val="0e7053"/>
                </a:solidFill>
                <a:latin typeface="Noto Sans CJK SC"/>
              </a:rPr>
              <a:t>Argo JSON Patch + observedGeneration</a:t>
            </a:r>
            <a:endParaRPr b="1" lang="en-US" sz="1400" spc="-1" strike="noStrike">
              <a:solidFill>
                <a:srgbClr val="0e7053"/>
              </a:solidFill>
              <a:latin typeface="Noto Sans CJK SC"/>
            </a:endParaRPr>
          </a:p>
          <a:p>
            <a:r>
              <a:rPr b="1" lang="en-US" sz="1400" spc="-1" strike="noStrike">
                <a:solidFill>
                  <a:srgbClr val="0e7053"/>
                </a:solidFill>
                <a:latin typeface="Noto Sans CJK SC"/>
              </a:rPr>
              <a:t>FD </a:t>
            </a:r>
            <a:r>
              <a:rPr b="1" lang="zh-CN" sz="1400" spc="-1" strike="noStrike">
                <a:solidFill>
                  <a:srgbClr val="0e7053"/>
                </a:solidFill>
                <a:latin typeface="Noto Sans CJK SC"/>
              </a:rPr>
              <a:t>锚定防逃逸 </a:t>
            </a:r>
            <a:r>
              <a:rPr b="1" lang="en-US" sz="1400" spc="-1" strike="noStrike">
                <a:solidFill>
                  <a:srgbClr val="0e7053"/>
                </a:solidFill>
                <a:latin typeface="Noto Sans CJK SC"/>
              </a:rPr>
              <a:t>· </a:t>
            </a:r>
            <a:r>
              <a:rPr b="1" lang="zh-CN" sz="1400" spc="-1" strike="noStrike">
                <a:solidFill>
                  <a:srgbClr val="0e7053"/>
                </a:solidFill>
                <a:latin typeface="Noto Sans CJK SC"/>
              </a:rPr>
              <a:t>持久幂等 </a:t>
            </a:r>
            <a:r>
              <a:rPr b="1" lang="en-US" sz="1400" spc="-1" strike="noStrike">
                <a:solidFill>
                  <a:srgbClr val="0e7053"/>
                </a:solidFill>
                <a:latin typeface="Noto Sans CJK SC"/>
              </a:rPr>
              <a:t>/ in_doubt </a:t>
            </a:r>
            <a:r>
              <a:rPr b="1" lang="zh-CN" sz="1400" spc="-1" strike="noStrike">
                <a:solidFill>
                  <a:srgbClr val="0e7053"/>
                </a:solidFill>
                <a:latin typeface="Noto Sans CJK SC"/>
              </a:rPr>
              <a:t>对账</a:t>
            </a:r>
            <a:endParaRPr b="1" lang="en-US" sz="1400" spc="-1" strike="noStrike">
              <a:solidFill>
                <a:srgbClr val="0e7053"/>
              </a:solidFill>
              <a:latin typeface="Noto Sans CJK SC"/>
            </a:endParaRPr>
          </a:p>
          <a:p>
            <a:r>
              <a:rPr b="1" lang="en-US" sz="1400" spc="-1" strike="noStrike">
                <a:solidFill>
                  <a:srgbClr val="0e7053"/>
                </a:solidFill>
                <a:latin typeface="Noto Sans CJK SC"/>
              </a:rPr>
              <a:t>SWE-bench pilot</a:t>
            </a:r>
            <a:r>
              <a:rPr b="1" lang="zh-CN" sz="1400" spc="-1" strike="noStrike">
                <a:solidFill>
                  <a:srgbClr val="0e7053"/>
                </a:solidFill>
                <a:latin typeface="Noto Sans CJK SC"/>
              </a:rPr>
              <a:t>：失败复现；</a:t>
            </a:r>
            <a:r>
              <a:rPr b="1" lang="en-US" sz="1400" spc="-1" strike="noStrike">
                <a:solidFill>
                  <a:srgbClr val="0e7053"/>
                </a:solidFill>
                <a:latin typeface="Noto Sans CJK SC"/>
              </a:rPr>
              <a:t>gold 1/1 + 43/43</a:t>
            </a:r>
            <a:endParaRPr b="1" lang="en-US" sz="1400" spc="-1" strike="noStrike">
              <a:solidFill>
                <a:srgbClr val="0e7053"/>
              </a:solidFill>
              <a:latin typeface="Noto Sans CJK SC"/>
            </a:endParaRPr>
          </a:p>
          <a:p>
            <a:r>
              <a:rPr b="1" lang="zh-CN" sz="1400" spc="-1" strike="noStrike">
                <a:solidFill>
                  <a:srgbClr val="0e7053"/>
                </a:solidFill>
                <a:latin typeface="Noto Sans CJK SC"/>
              </a:rPr>
              <a:t>正式分数 </a:t>
            </a:r>
            <a:r>
              <a:rPr b="1" lang="en-US" sz="1400" spc="-1" strike="noStrike">
                <a:solidFill>
                  <a:srgbClr val="0e7053"/>
                </a:solidFill>
                <a:latin typeface="Noto Sans CJK SC"/>
              </a:rPr>
              <a:t>0 · </a:t>
            </a:r>
            <a:r>
              <a:rPr b="1" lang="zh-CN" sz="1400" spc="-1" strike="noStrike">
                <a:solidFill>
                  <a:srgbClr val="0e7053"/>
                </a:solidFill>
                <a:latin typeface="Noto Sans CJK SC"/>
              </a:rPr>
              <a:t>厂商账号</a:t>
            </a:r>
            <a:r>
              <a:rPr b="1" lang="en-US" sz="1400" spc="-1" strike="noStrike">
                <a:solidFill>
                  <a:srgbClr val="0e7053"/>
                </a:solidFill>
                <a:latin typeface="Noto Sans CJK SC"/>
              </a:rPr>
              <a:t>/</a:t>
            </a:r>
            <a:r>
              <a:rPr b="1" lang="zh-CN" sz="1400" spc="-1" strike="noStrike">
                <a:solidFill>
                  <a:srgbClr val="0e7053"/>
                </a:solidFill>
                <a:latin typeface="Noto Sans CJK SC"/>
              </a:rPr>
              <a:t>官方集群未声称</a:t>
            </a:r>
            <a:endParaRPr b="1" lang="en-US" sz="1400" spc="-1" strike="noStrike">
              <a:solidFill>
                <a:srgbClr val="0e7053"/>
              </a:solidFill>
              <a:latin typeface="Noto Sans CJK SC"/>
            </a:endParaRPr>
          </a:p>
        </p:txBody>
      </p:sp>
      <p:sp>
        <p:nvSpPr>
          <p:cNvPr id="148" name=""/>
          <p:cNvSpPr txBox="1"/>
          <p:nvPr/>
        </p:nvSpPr>
        <p:spPr>
          <a:xfrm>
            <a:off x="720000" y="6408000"/>
            <a:ext cx="7380000" cy="126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60716a"/>
                </a:solidFill>
                <a:latin typeface="Courier New"/>
              </a:rPr>
              <a:t>AgentTeams · Skill · MCP 2025-06-18 · RAG · Evidence-first</a:t>
            </a:r>
            <a:endParaRPr b="0" lang="en-US" sz="900" spc="-1" strike="noStrike">
              <a:solidFill>
                <a:srgbClr val="60716a"/>
              </a:solidFill>
              <a:latin typeface="Courier New"/>
            </a:endParaRPr>
          </a:p>
        </p:txBody>
      </p:sp>
      <p:sp>
        <p:nvSpPr>
          <p:cNvPr id="149" name=""/>
          <p:cNvSpPr txBox="1"/>
          <p:nvPr/>
        </p:nvSpPr>
        <p:spPr>
          <a:xfrm>
            <a:off x="10980000" y="6408000"/>
            <a:ext cx="504000" cy="126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60716a"/>
                </a:solidFill>
                <a:latin typeface="Courier New"/>
              </a:rPr>
              <a:t>11</a:t>
            </a:r>
            <a:endParaRPr b="0" lang="en-US" sz="900" spc="-1" strike="noStrike">
              <a:solidFill>
                <a:srgbClr val="60716a"/>
              </a:solidFill>
              <a:latin typeface="Courier New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"/>
          <p:cNvSpPr/>
          <p:nvPr/>
        </p:nvSpPr>
        <p:spPr>
          <a:xfrm>
            <a:off x="0" y="0"/>
            <a:ext cx="12191760" cy="6858000"/>
          </a:xfrm>
          <a:prstGeom prst="rect">
            <a:avLst/>
          </a:prstGeom>
          <a:solidFill>
            <a:srgbClr val="162b35"/>
          </a:solidFill>
          <a:ln w="0">
            <a:solidFill>
              <a:srgbClr val="162b35"/>
            </a:solidFill>
          </a:ln>
        </p:spPr>
      </p:sp>
      <p:sp>
        <p:nvSpPr>
          <p:cNvPr id="151" name=""/>
          <p:cNvSpPr txBox="1"/>
          <p:nvPr/>
        </p:nvSpPr>
        <p:spPr>
          <a:xfrm>
            <a:off x="720000" y="414000"/>
            <a:ext cx="3600000" cy="18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000" spc="-1" strike="noStrike">
                <a:solidFill>
                  <a:srgbClr val="ccef73"/>
                </a:solidFill>
                <a:latin typeface="Courier New"/>
              </a:rPr>
              <a:t>12 / 17   DEVORBIT</a:t>
            </a:r>
            <a:endParaRPr b="1" lang="en-US" sz="1000" spc="-1" strike="noStrike">
              <a:solidFill>
                <a:srgbClr val="ccef73"/>
              </a:solidFill>
              <a:latin typeface="Courier New"/>
            </a:endParaRPr>
          </a:p>
        </p:txBody>
      </p:sp>
      <p:sp>
        <p:nvSpPr>
          <p:cNvPr id="152" name=""/>
          <p:cNvSpPr txBox="1"/>
          <p:nvPr/>
        </p:nvSpPr>
        <p:spPr>
          <a:xfrm>
            <a:off x="720000" y="864000"/>
            <a:ext cx="10800000" cy="756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zh-CN" sz="3000" spc="-1" strike="noStrike">
                <a:solidFill>
                  <a:srgbClr val="fffdf7"/>
                </a:solidFill>
                <a:latin typeface="Noto Sans CJK SC"/>
              </a:rPr>
              <a:t>从可复现 </a:t>
            </a:r>
            <a:r>
              <a:rPr b="1" lang="en-US" sz="3000" spc="-1" strike="noStrike">
                <a:solidFill>
                  <a:srgbClr val="fffdf7"/>
                </a:solidFill>
                <a:latin typeface="Noto Sans CJK SC"/>
              </a:rPr>
              <a:t>Demo </a:t>
            </a:r>
            <a:r>
              <a:rPr b="1" lang="zh-CN" sz="3000" spc="-1" strike="noStrike">
                <a:solidFill>
                  <a:srgbClr val="fffdf7"/>
                </a:solidFill>
                <a:latin typeface="Noto Sans CJK SC"/>
              </a:rPr>
              <a:t>到开放研发基础设施</a:t>
            </a:r>
            <a:endParaRPr b="1" lang="en-US" sz="3000" spc="-1" strike="noStrike">
              <a:solidFill>
                <a:srgbClr val="fffdf7"/>
              </a:solidFill>
              <a:latin typeface="Noto Sans CJK SC"/>
            </a:endParaRPr>
          </a:p>
        </p:txBody>
      </p:sp>
      <p:sp>
        <p:nvSpPr>
          <p:cNvPr id="153" name=""/>
          <p:cNvSpPr txBox="1"/>
          <p:nvPr/>
        </p:nvSpPr>
        <p:spPr>
          <a:xfrm>
            <a:off x="738000" y="1800000"/>
            <a:ext cx="10260000" cy="648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zh-CN" sz="1800" spc="-1" strike="noStrike">
                <a:solidFill>
                  <a:srgbClr val="b8c9c2"/>
                </a:solidFill>
                <a:latin typeface="Noto Sans CJK SC"/>
              </a:rPr>
              <a:t>初赛 </a:t>
            </a:r>
            <a:r>
              <a:rPr b="0" lang="en-US" sz="1800" spc="-1" strike="noStrike">
                <a:solidFill>
                  <a:srgbClr val="b8c9c2"/>
                </a:solidFill>
                <a:latin typeface="Noto Sans CJK SC"/>
              </a:rPr>
              <a:t>V0.6.0 → </a:t>
            </a:r>
            <a:r>
              <a:rPr b="0" lang="zh-CN" sz="1800" spc="-1" strike="noStrike">
                <a:solidFill>
                  <a:srgbClr val="b8c9c2"/>
                </a:solidFill>
                <a:latin typeface="Noto Sans CJK SC"/>
              </a:rPr>
              <a:t>复赛公开评测 → 决赛 </a:t>
            </a:r>
            <a:r>
              <a:rPr b="0" lang="en-US" sz="1800" spc="-1" strike="noStrike">
                <a:solidFill>
                  <a:srgbClr val="b8c9c2"/>
                </a:solidFill>
                <a:latin typeface="Noto Sans CJK SC"/>
              </a:rPr>
              <a:t>V1.0</a:t>
            </a:r>
            <a:endParaRPr b="0" lang="en-US" sz="1800" spc="-1" strike="noStrike">
              <a:solidFill>
                <a:srgbClr val="b8c9c2"/>
              </a:solidFill>
              <a:latin typeface="Noto Sans CJK SC"/>
            </a:endParaRPr>
          </a:p>
        </p:txBody>
      </p:sp>
      <p:sp>
        <p:nvSpPr>
          <p:cNvPr id="154" name=""/>
          <p:cNvSpPr/>
          <p:nvPr/>
        </p:nvSpPr>
        <p:spPr>
          <a:xfrm>
            <a:off x="720000" y="2736000"/>
            <a:ext cx="5112000" cy="2160000"/>
          </a:xfrm>
          <a:prstGeom prst="rect">
            <a:avLst/>
          </a:prstGeom>
          <a:solidFill>
            <a:srgbClr val="1e3942"/>
          </a:solidFill>
          <a:ln w="0">
            <a:solidFill>
              <a:srgbClr val="31505a"/>
            </a:solidFill>
          </a:ln>
        </p:spPr>
      </p:sp>
      <p:sp>
        <p:nvSpPr>
          <p:cNvPr id="155" name=""/>
          <p:cNvSpPr/>
          <p:nvPr/>
        </p:nvSpPr>
        <p:spPr>
          <a:xfrm>
            <a:off x="6120000" y="2736000"/>
            <a:ext cx="5328000" cy="2160000"/>
          </a:xfrm>
          <a:prstGeom prst="rect">
            <a:avLst/>
          </a:prstGeom>
          <a:solidFill>
            <a:srgbClr val="203b44"/>
          </a:solidFill>
          <a:ln w="0">
            <a:solidFill>
              <a:srgbClr val="31505a"/>
            </a:solidFill>
          </a:ln>
        </p:spPr>
      </p:sp>
      <p:sp>
        <p:nvSpPr>
          <p:cNvPr id="156" name=""/>
          <p:cNvSpPr txBox="1"/>
          <p:nvPr/>
        </p:nvSpPr>
        <p:spPr>
          <a:xfrm>
            <a:off x="972000" y="3006000"/>
            <a:ext cx="4572000" cy="162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zh-CN" sz="1900" spc="-1" strike="noStrike">
                <a:solidFill>
                  <a:srgbClr val="fffdf7"/>
                </a:solidFill>
                <a:latin typeface="Noto Sans CJK SC"/>
              </a:rPr>
              <a:t>已完成：原生连接器 </a:t>
            </a:r>
            <a:r>
              <a:rPr b="1" lang="en-US" sz="1900" spc="-1" strike="noStrike">
                <a:solidFill>
                  <a:srgbClr val="fffdf7"/>
                </a:solidFill>
                <a:latin typeface="Noto Sans CJK SC"/>
              </a:rPr>
              <a:t>+ 1 </a:t>
            </a:r>
            <a:r>
              <a:rPr b="1" lang="zh-CN" sz="1900" spc="-1" strike="noStrike">
                <a:solidFill>
                  <a:srgbClr val="fffdf7"/>
                </a:solidFill>
                <a:latin typeface="Noto Sans CJK SC"/>
              </a:rPr>
              <a:t>个公开复现 </a:t>
            </a:r>
            <a:r>
              <a:rPr b="1" lang="en-US" sz="1900" spc="-1" strike="noStrike">
                <a:solidFill>
                  <a:srgbClr val="fffdf7"/>
                </a:solidFill>
                <a:latin typeface="Noto Sans CJK SC"/>
              </a:rPr>
              <a:t>pilot</a:t>
            </a:r>
            <a:endParaRPr b="1" lang="en-US" sz="1900" spc="-1" strike="noStrike">
              <a:solidFill>
                <a:srgbClr val="fffdf7"/>
              </a:solidFill>
              <a:latin typeface="Noto Sans CJK SC"/>
            </a:endParaRPr>
          </a:p>
          <a:p>
            <a:r>
              <a:rPr b="1" lang="zh-CN" sz="1900" spc="-1" strike="noStrike">
                <a:solidFill>
                  <a:srgbClr val="fffdf7"/>
                </a:solidFill>
                <a:latin typeface="Noto Sans CJK SC"/>
              </a:rPr>
              <a:t>下一步：</a:t>
            </a:r>
            <a:r>
              <a:rPr b="1" lang="en-US" sz="1900" spc="-1" strike="noStrike">
                <a:solidFill>
                  <a:srgbClr val="fffdf7"/>
                </a:solidFill>
                <a:latin typeface="Noto Sans CJK SC"/>
              </a:rPr>
              <a:t>30 </a:t>
            </a:r>
            <a:r>
              <a:rPr b="1" lang="zh-CN" sz="1900" spc="-1" strike="noStrike">
                <a:solidFill>
                  <a:srgbClr val="fffdf7"/>
                </a:solidFill>
                <a:latin typeface="Noto Sans CJK SC"/>
              </a:rPr>
              <a:t>个公开缺陷 </a:t>
            </a:r>
            <a:r>
              <a:rPr b="1" lang="en-US" sz="1900" spc="-1" strike="noStrike">
                <a:solidFill>
                  <a:srgbClr val="fffdf7"/>
                </a:solidFill>
                <a:latin typeface="Noto Sans CJK SC"/>
              </a:rPr>
              <a:t>+ </a:t>
            </a:r>
            <a:r>
              <a:rPr b="1" lang="zh-CN" sz="1900" spc="-1" strike="noStrike">
                <a:solidFill>
                  <a:srgbClr val="fffdf7"/>
                </a:solidFill>
                <a:latin typeface="Noto Sans CJK SC"/>
              </a:rPr>
              <a:t>三组对照 </a:t>
            </a:r>
            <a:r>
              <a:rPr b="1" lang="en-US" sz="1900" spc="-1" strike="noStrike">
                <a:solidFill>
                  <a:srgbClr val="fffdf7"/>
                </a:solidFill>
                <a:latin typeface="Noto Sans CJK SC"/>
              </a:rPr>
              <a:t>+ </a:t>
            </a:r>
            <a:r>
              <a:rPr b="1" lang="zh-CN" sz="1900" spc="-1" strike="noStrike">
                <a:solidFill>
                  <a:srgbClr val="fffdf7"/>
                </a:solidFill>
                <a:latin typeface="Noto Sans CJK SC"/>
              </a:rPr>
              <a:t>厂商账号闭环</a:t>
            </a:r>
            <a:endParaRPr b="1" lang="en-US" sz="1900" spc="-1" strike="noStrike">
              <a:solidFill>
                <a:srgbClr val="fffdf7"/>
              </a:solidFill>
              <a:latin typeface="Noto Sans CJK SC"/>
            </a:endParaRPr>
          </a:p>
        </p:txBody>
      </p:sp>
      <p:sp>
        <p:nvSpPr>
          <p:cNvPr id="157" name=""/>
          <p:cNvSpPr txBox="1"/>
          <p:nvPr/>
        </p:nvSpPr>
        <p:spPr>
          <a:xfrm>
            <a:off x="6372000" y="3006000"/>
            <a:ext cx="4824000" cy="162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zh-CN" sz="1700" spc="-1" strike="noStrike">
                <a:solidFill>
                  <a:srgbClr val="ccef73"/>
                </a:solidFill>
                <a:latin typeface="Noto Sans CJK SC"/>
              </a:rPr>
              <a:t>开放 </a:t>
            </a:r>
            <a:r>
              <a:rPr b="1" lang="en-US" sz="1700" spc="-1" strike="noStrike">
                <a:solidFill>
                  <a:srgbClr val="ccef73"/>
                </a:solidFill>
                <a:latin typeface="Noto Sans CJK SC"/>
              </a:rPr>
              <a:t>Agent/Skill</a:t>
            </a:r>
            <a:r>
              <a:rPr b="1" lang="zh-CN" sz="1700" spc="-1" strike="noStrike">
                <a:solidFill>
                  <a:srgbClr val="ccef73"/>
                </a:solidFill>
                <a:latin typeface="Noto Sans CJK SC"/>
              </a:rPr>
              <a:t>、</a:t>
            </a:r>
            <a:r>
              <a:rPr b="1" lang="en-US" sz="1700" spc="-1" strike="noStrike">
                <a:solidFill>
                  <a:srgbClr val="ccef73"/>
                </a:solidFill>
                <a:latin typeface="Noto Sans CJK SC"/>
              </a:rPr>
              <a:t>MCP Server</a:t>
            </a:r>
            <a:r>
              <a:rPr b="1" lang="zh-CN" sz="1700" spc="-1" strike="noStrike">
                <a:solidFill>
                  <a:srgbClr val="ccef73"/>
                </a:solidFill>
                <a:latin typeface="Noto Sans CJK SC"/>
              </a:rPr>
              <a:t>、</a:t>
            </a:r>
            <a:r>
              <a:rPr b="1" lang="en-US" sz="1700" spc="-1" strike="noStrike">
                <a:solidFill>
                  <a:srgbClr val="ccef73"/>
                </a:solidFill>
                <a:latin typeface="Noto Sans CJK SC"/>
              </a:rPr>
              <a:t>Schema</a:t>
            </a:r>
            <a:r>
              <a:rPr b="1" lang="zh-CN" sz="1700" spc="-1" strike="noStrike">
                <a:solidFill>
                  <a:srgbClr val="ccef73"/>
                </a:solidFill>
                <a:latin typeface="Noto Sans CJK SC"/>
              </a:rPr>
              <a:t>、策略契约、连接器和评测脚本。</a:t>
            </a:r>
            <a:endParaRPr b="1" lang="en-US" sz="1700" spc="-1" strike="noStrike">
              <a:solidFill>
                <a:srgbClr val="ccef73"/>
              </a:solidFill>
              <a:latin typeface="Noto Sans CJK SC"/>
            </a:endParaRPr>
          </a:p>
        </p:txBody>
      </p:sp>
      <p:sp>
        <p:nvSpPr>
          <p:cNvPr id="158" name=""/>
          <p:cNvSpPr txBox="1"/>
          <p:nvPr/>
        </p:nvSpPr>
        <p:spPr>
          <a:xfrm>
            <a:off x="720000" y="6408000"/>
            <a:ext cx="7380000" cy="126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b8c9c2"/>
                </a:solidFill>
                <a:latin typeface="Courier New"/>
              </a:rPr>
              <a:t>AgentTeams · Skill · MCP 2025-06-18 · RAG · Evidence-first</a:t>
            </a:r>
            <a:endParaRPr b="0" lang="en-US" sz="900" spc="-1" strike="noStrike">
              <a:solidFill>
                <a:srgbClr val="b8c9c2"/>
              </a:solidFill>
              <a:latin typeface="Courier New"/>
            </a:endParaRPr>
          </a:p>
        </p:txBody>
      </p:sp>
      <p:sp>
        <p:nvSpPr>
          <p:cNvPr id="159" name=""/>
          <p:cNvSpPr txBox="1"/>
          <p:nvPr/>
        </p:nvSpPr>
        <p:spPr>
          <a:xfrm>
            <a:off x="10980000" y="6408000"/>
            <a:ext cx="504000" cy="126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b8c9c2"/>
                </a:solidFill>
                <a:latin typeface="Courier New"/>
              </a:rPr>
              <a:t>12</a:t>
            </a:r>
            <a:endParaRPr b="0" lang="en-US" sz="900" spc="-1" strike="noStrike">
              <a:solidFill>
                <a:srgbClr val="b8c9c2"/>
              </a:solidFill>
              <a:latin typeface="Courier New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"/>
          <p:cNvSpPr/>
          <p:nvPr/>
        </p:nvSpPr>
        <p:spPr>
          <a:xfrm>
            <a:off x="0" y="0"/>
            <a:ext cx="12191760" cy="6858000"/>
          </a:xfrm>
          <a:prstGeom prst="rect">
            <a:avLst/>
          </a:prstGeom>
          <a:solidFill>
            <a:srgbClr val="f3f1e9"/>
          </a:solidFill>
          <a:ln w="0">
            <a:solidFill>
              <a:srgbClr val="f3f1e9"/>
            </a:solidFill>
          </a:ln>
        </p:spPr>
      </p:sp>
      <p:sp>
        <p:nvSpPr>
          <p:cNvPr id="161" name=""/>
          <p:cNvSpPr txBox="1"/>
          <p:nvPr/>
        </p:nvSpPr>
        <p:spPr>
          <a:xfrm>
            <a:off x="720000" y="414000"/>
            <a:ext cx="3600000" cy="18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000" spc="-1" strike="noStrike">
                <a:solidFill>
                  <a:srgbClr val="0e7053"/>
                </a:solidFill>
                <a:latin typeface="Courier New"/>
              </a:rPr>
              <a:t>13 / 17   DEVORBIT</a:t>
            </a:r>
            <a:endParaRPr b="1" lang="en-US" sz="1000" spc="-1" strike="noStrike">
              <a:solidFill>
                <a:srgbClr val="0e7053"/>
              </a:solidFill>
              <a:latin typeface="Courier New"/>
            </a:endParaRPr>
          </a:p>
        </p:txBody>
      </p:sp>
      <p:sp>
        <p:nvSpPr>
          <p:cNvPr id="162" name=""/>
          <p:cNvSpPr txBox="1"/>
          <p:nvPr/>
        </p:nvSpPr>
        <p:spPr>
          <a:xfrm>
            <a:off x="720000" y="864000"/>
            <a:ext cx="10800000" cy="756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zh-CN" sz="3000" spc="-1" strike="noStrike">
                <a:solidFill>
                  <a:srgbClr val="12231d"/>
                </a:solidFill>
                <a:latin typeface="Noto Sans CJK SC"/>
              </a:rPr>
              <a:t>让每个研发团队，都有一支可验证的交付小队</a:t>
            </a:r>
            <a:endParaRPr b="1" lang="en-US" sz="3000" spc="-1" strike="noStrike">
              <a:solidFill>
                <a:srgbClr val="12231d"/>
              </a:solidFill>
              <a:latin typeface="Noto Sans CJK SC"/>
            </a:endParaRPr>
          </a:p>
        </p:txBody>
      </p:sp>
      <p:sp>
        <p:nvSpPr>
          <p:cNvPr id="163" name=""/>
          <p:cNvSpPr txBox="1"/>
          <p:nvPr/>
        </p:nvSpPr>
        <p:spPr>
          <a:xfrm>
            <a:off x="738000" y="1800000"/>
            <a:ext cx="10260000" cy="648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1800" spc="-1" strike="noStrike">
                <a:solidFill>
                  <a:srgbClr val="60716a"/>
                </a:solidFill>
                <a:latin typeface="Noto Sans CJK SC"/>
              </a:rPr>
              <a:t>DevOrbit </a:t>
            </a:r>
            <a:r>
              <a:rPr b="0" lang="zh-CN" sz="1800" spc="-1" strike="noStrike">
                <a:solidFill>
                  <a:srgbClr val="60716a"/>
                </a:solidFill>
                <a:latin typeface="Noto Sans CJK SC"/>
              </a:rPr>
              <a:t>不替代专家判断，而是把判断所需的证据、动作的边界和结果的验证组织起来。</a:t>
            </a:r>
            <a:endParaRPr b="0" lang="en-US" sz="1800" spc="-1" strike="noStrike">
              <a:solidFill>
                <a:srgbClr val="60716a"/>
              </a:solidFill>
              <a:latin typeface="Noto Sans CJK SC"/>
            </a:endParaRPr>
          </a:p>
        </p:txBody>
      </p:sp>
      <p:sp>
        <p:nvSpPr>
          <p:cNvPr id="164" name=""/>
          <p:cNvSpPr/>
          <p:nvPr/>
        </p:nvSpPr>
        <p:spPr>
          <a:xfrm>
            <a:off x="720000" y="2736000"/>
            <a:ext cx="5112000" cy="2160000"/>
          </a:xfrm>
          <a:prstGeom prst="rect">
            <a:avLst/>
          </a:prstGeom>
          <a:solidFill>
            <a:srgbClr val="fffdf7"/>
          </a:solidFill>
          <a:ln w="0">
            <a:solidFill>
              <a:srgbClr val="d6d9cf"/>
            </a:solidFill>
          </a:ln>
        </p:spPr>
      </p:sp>
      <p:sp>
        <p:nvSpPr>
          <p:cNvPr id="165" name=""/>
          <p:cNvSpPr/>
          <p:nvPr/>
        </p:nvSpPr>
        <p:spPr>
          <a:xfrm>
            <a:off x="6120000" y="2736000"/>
            <a:ext cx="5328000" cy="2160000"/>
          </a:xfrm>
          <a:prstGeom prst="rect">
            <a:avLst/>
          </a:prstGeom>
          <a:solidFill>
            <a:srgbClr val="e7ebdd"/>
          </a:solidFill>
          <a:ln w="0">
            <a:solidFill>
              <a:srgbClr val="d6d9cf"/>
            </a:solidFill>
          </a:ln>
        </p:spPr>
      </p:sp>
      <p:sp>
        <p:nvSpPr>
          <p:cNvPr id="166" name=""/>
          <p:cNvSpPr txBox="1"/>
          <p:nvPr/>
        </p:nvSpPr>
        <p:spPr>
          <a:xfrm>
            <a:off x="972000" y="3006000"/>
            <a:ext cx="4572000" cy="162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zh-CN" sz="1900" spc="-1" strike="noStrike">
                <a:solidFill>
                  <a:srgbClr val="12231d"/>
                </a:solidFill>
                <a:latin typeface="Noto Sans CJK SC"/>
              </a:rPr>
              <a:t>可运行 </a:t>
            </a:r>
            <a:r>
              <a:rPr b="1" lang="en-US" sz="1900" spc="-1" strike="noStrike">
                <a:solidFill>
                  <a:srgbClr val="12231d"/>
                </a:solidFill>
                <a:latin typeface="Noto Sans CJK SC"/>
              </a:rPr>
              <a:t>· </a:t>
            </a:r>
            <a:r>
              <a:rPr b="1" lang="zh-CN" sz="1900" spc="-1" strike="noStrike">
                <a:solidFill>
                  <a:srgbClr val="12231d"/>
                </a:solidFill>
                <a:latin typeface="Noto Sans CJK SC"/>
              </a:rPr>
              <a:t>可审计 </a:t>
            </a:r>
            <a:r>
              <a:rPr b="1" lang="en-US" sz="1900" spc="-1" strike="noStrike">
                <a:solidFill>
                  <a:srgbClr val="12231d"/>
                </a:solidFill>
                <a:latin typeface="Noto Sans CJK SC"/>
              </a:rPr>
              <a:t>· </a:t>
            </a:r>
            <a:r>
              <a:rPr b="1" lang="zh-CN" sz="1900" spc="-1" strike="noStrike">
                <a:solidFill>
                  <a:srgbClr val="12231d"/>
                </a:solidFill>
                <a:latin typeface="Noto Sans CJK SC"/>
              </a:rPr>
              <a:t>可复用</a:t>
            </a:r>
            <a:endParaRPr b="1" lang="en-US" sz="1900" spc="-1" strike="noStrike">
              <a:solidFill>
                <a:srgbClr val="12231d"/>
              </a:solidFill>
              <a:latin typeface="Noto Sans CJK SC"/>
            </a:endParaRPr>
          </a:p>
        </p:txBody>
      </p:sp>
      <p:sp>
        <p:nvSpPr>
          <p:cNvPr id="167" name=""/>
          <p:cNvSpPr txBox="1"/>
          <p:nvPr/>
        </p:nvSpPr>
        <p:spPr>
          <a:xfrm>
            <a:off x="6372000" y="3006000"/>
            <a:ext cx="4824000" cy="162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zh-CN" sz="1700" spc="-1" strike="noStrike">
                <a:solidFill>
                  <a:srgbClr val="0e7053"/>
                </a:solidFill>
                <a:latin typeface="Noto Sans CJK SC"/>
              </a:rPr>
              <a:t>谢谢</a:t>
            </a:r>
            <a:endParaRPr b="1" lang="en-US" sz="1700" spc="-1" strike="noStrike">
              <a:solidFill>
                <a:srgbClr val="0e7053"/>
              </a:solidFill>
              <a:latin typeface="Noto Sans CJK SC"/>
            </a:endParaRPr>
          </a:p>
        </p:txBody>
      </p:sp>
      <p:sp>
        <p:nvSpPr>
          <p:cNvPr id="168" name=""/>
          <p:cNvSpPr txBox="1"/>
          <p:nvPr/>
        </p:nvSpPr>
        <p:spPr>
          <a:xfrm>
            <a:off x="720000" y="6408000"/>
            <a:ext cx="7380000" cy="126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60716a"/>
                </a:solidFill>
                <a:latin typeface="Courier New"/>
              </a:rPr>
              <a:t>AgentTeams · Skill · MCP 2025-06-18 · RAG · Evidence-first</a:t>
            </a:r>
            <a:endParaRPr b="0" lang="en-US" sz="900" spc="-1" strike="noStrike">
              <a:solidFill>
                <a:srgbClr val="60716a"/>
              </a:solidFill>
              <a:latin typeface="Courier New"/>
            </a:endParaRPr>
          </a:p>
        </p:txBody>
      </p:sp>
      <p:sp>
        <p:nvSpPr>
          <p:cNvPr id="169" name=""/>
          <p:cNvSpPr txBox="1"/>
          <p:nvPr/>
        </p:nvSpPr>
        <p:spPr>
          <a:xfrm>
            <a:off x="10980000" y="6408000"/>
            <a:ext cx="504000" cy="126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60716a"/>
                </a:solidFill>
                <a:latin typeface="Courier New"/>
              </a:rPr>
              <a:t>13</a:t>
            </a:r>
            <a:endParaRPr b="0" lang="en-US" sz="900" spc="-1" strike="noStrike">
              <a:solidFill>
                <a:srgbClr val="60716a"/>
              </a:solidFill>
              <a:latin typeface="Courier New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"/>
          <p:cNvSpPr/>
          <p:nvPr/>
        </p:nvSpPr>
        <p:spPr>
          <a:xfrm>
            <a:off x="0" y="0"/>
            <a:ext cx="12191760" cy="6858000"/>
          </a:xfrm>
          <a:prstGeom prst="rect">
            <a:avLst/>
          </a:prstGeom>
          <a:solidFill>
            <a:srgbClr val="f3f1e9"/>
          </a:solidFill>
          <a:ln w="0">
            <a:solidFill>
              <a:srgbClr val="f3f1e9"/>
            </a:solidFill>
          </a:ln>
        </p:spPr>
      </p:sp>
      <p:sp>
        <p:nvSpPr>
          <p:cNvPr id="171" name=""/>
          <p:cNvSpPr txBox="1"/>
          <p:nvPr/>
        </p:nvSpPr>
        <p:spPr>
          <a:xfrm>
            <a:off x="720000" y="414000"/>
            <a:ext cx="3600000" cy="18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000" spc="-1" strike="noStrike">
                <a:solidFill>
                  <a:srgbClr val="0e7053"/>
                </a:solidFill>
                <a:latin typeface="Courier New"/>
              </a:rPr>
              <a:t>14 / 17   DEVORBIT</a:t>
            </a:r>
            <a:endParaRPr b="1" lang="en-US" sz="1000" spc="-1" strike="noStrike">
              <a:solidFill>
                <a:srgbClr val="0e7053"/>
              </a:solidFill>
              <a:latin typeface="Courier New"/>
            </a:endParaRPr>
          </a:p>
        </p:txBody>
      </p:sp>
      <p:sp>
        <p:nvSpPr>
          <p:cNvPr id="172" name=""/>
          <p:cNvSpPr txBox="1"/>
          <p:nvPr/>
        </p:nvSpPr>
        <p:spPr>
          <a:xfrm>
            <a:off x="720000" y="864000"/>
            <a:ext cx="10800000" cy="756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zh-CN" sz="2600" spc="-1" strike="noStrike">
                <a:solidFill>
                  <a:srgbClr val="12231d"/>
                </a:solidFill>
                <a:latin typeface="Noto Sans CJK SC"/>
              </a:rPr>
              <a:t>附录 </a:t>
            </a:r>
            <a:r>
              <a:rPr b="1" lang="en-US" sz="2600" spc="-1" strike="noStrike">
                <a:solidFill>
                  <a:srgbClr val="12231d"/>
                </a:solidFill>
                <a:latin typeface="Noto Sans CJK SC"/>
              </a:rPr>
              <a:t>A1 · Agent Identity </a:t>
            </a:r>
            <a:r>
              <a:rPr b="1" lang="zh-CN" sz="2600" spc="-1" strike="noStrike">
                <a:solidFill>
                  <a:srgbClr val="12231d"/>
                </a:solidFill>
                <a:latin typeface="Noto Sans CJK SC"/>
              </a:rPr>
              <a:t>清单</a:t>
            </a:r>
            <a:endParaRPr b="1" lang="en-US" sz="2600" spc="-1" strike="noStrike">
              <a:solidFill>
                <a:srgbClr val="12231d"/>
              </a:solidFill>
              <a:latin typeface="Noto Sans CJK SC"/>
            </a:endParaRPr>
          </a:p>
        </p:txBody>
      </p:sp>
      <p:sp>
        <p:nvSpPr>
          <p:cNvPr id="173" name=""/>
          <p:cNvSpPr txBox="1"/>
          <p:nvPr/>
        </p:nvSpPr>
        <p:spPr>
          <a:xfrm>
            <a:off x="738000" y="1800000"/>
            <a:ext cx="10260000" cy="648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zh-CN" sz="1400" spc="-1" strike="noStrike">
                <a:solidFill>
                  <a:srgbClr val="60716a"/>
                </a:solidFill>
                <a:latin typeface="Noto Sans CJK SC"/>
              </a:rPr>
              <a:t>官方字段：</a:t>
            </a:r>
            <a:r>
              <a:rPr b="0" lang="en-US" sz="1400" spc="-1" strike="noStrike">
                <a:solidFill>
                  <a:srgbClr val="60716a"/>
                </a:solidFill>
                <a:latin typeface="Noto Sans CJK SC"/>
              </a:rPr>
              <a:t>Name · Role · Capabilities · Inputs / Outputs · Dependencies · Decision Boundary · Trace</a:t>
            </a:r>
            <a:endParaRPr b="0" lang="en-US" sz="1400" spc="-1" strike="noStrike">
              <a:solidFill>
                <a:srgbClr val="60716a"/>
              </a:solidFill>
              <a:latin typeface="Noto Sans CJK SC"/>
            </a:endParaRPr>
          </a:p>
        </p:txBody>
      </p:sp>
      <p:sp>
        <p:nvSpPr>
          <p:cNvPr id="174" name=""/>
          <p:cNvSpPr/>
          <p:nvPr/>
        </p:nvSpPr>
        <p:spPr>
          <a:xfrm>
            <a:off x="720000" y="2556000"/>
            <a:ext cx="5112000" cy="3384000"/>
          </a:xfrm>
          <a:prstGeom prst="rect">
            <a:avLst/>
          </a:prstGeom>
          <a:solidFill>
            <a:srgbClr val="fffdf7"/>
          </a:solidFill>
          <a:ln w="0">
            <a:solidFill>
              <a:srgbClr val="d6d9cf"/>
            </a:solidFill>
          </a:ln>
        </p:spPr>
      </p:sp>
      <p:sp>
        <p:nvSpPr>
          <p:cNvPr id="175" name=""/>
          <p:cNvSpPr/>
          <p:nvPr/>
        </p:nvSpPr>
        <p:spPr>
          <a:xfrm>
            <a:off x="6120000" y="2556000"/>
            <a:ext cx="5328000" cy="3384000"/>
          </a:xfrm>
          <a:prstGeom prst="rect">
            <a:avLst/>
          </a:prstGeom>
          <a:solidFill>
            <a:srgbClr val="e7ebdd"/>
          </a:solidFill>
          <a:ln w="0">
            <a:solidFill>
              <a:srgbClr val="d6d9cf"/>
            </a:solidFill>
          </a:ln>
        </p:spPr>
      </p:sp>
      <p:sp>
        <p:nvSpPr>
          <p:cNvPr id="176" name=""/>
          <p:cNvSpPr txBox="1"/>
          <p:nvPr/>
        </p:nvSpPr>
        <p:spPr>
          <a:xfrm>
            <a:off x="972000" y="2718000"/>
            <a:ext cx="4572000" cy="2988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000" spc="-1" strike="noStrike">
                <a:solidFill>
                  <a:srgbClr val="12231d"/>
                </a:solidFill>
                <a:latin typeface="Noto Sans CJK SC"/>
              </a:rPr>
              <a:t>DEVORBIT-LEAD</a:t>
            </a:r>
            <a:r>
              <a:rPr b="1" lang="zh-CN" sz="1000" spc="-1" strike="noStrike">
                <a:solidFill>
                  <a:srgbClr val="12231d"/>
                </a:solidFill>
                <a:latin typeface="Noto Sans CJK SC"/>
              </a:rPr>
              <a:t>｜主控编排</a:t>
            </a:r>
            <a:endParaRPr b="1" lang="en-US" sz="1000" spc="-1" strike="noStrike">
              <a:solidFill>
                <a:srgbClr val="12231d"/>
              </a:solidFill>
              <a:latin typeface="Noto Sans CJK SC"/>
              <a:ea typeface="Noto Sans CJK SC"/>
            </a:endParaRPr>
          </a:p>
          <a:p>
            <a:r>
              <a:rPr b="1" lang="zh-CN" sz="1000" spc="-1" strike="noStrike">
                <a:solidFill>
                  <a:srgbClr val="12231d"/>
                </a:solidFill>
                <a:latin typeface="Noto Sans CJK SC"/>
              </a:rPr>
              <a:t>能：拆解 </a:t>
            </a:r>
            <a:r>
              <a:rPr b="1" lang="en-US" sz="1000" spc="-1" strike="noStrike">
                <a:solidFill>
                  <a:srgbClr val="12231d"/>
                </a:solidFill>
                <a:latin typeface="Noto Sans CJK SC"/>
              </a:rPr>
              <a:t>/ </a:t>
            </a:r>
            <a:r>
              <a:rPr b="1" lang="zh-CN" sz="1000" spc="-1" strike="noStrike">
                <a:solidFill>
                  <a:srgbClr val="12231d"/>
                </a:solidFill>
                <a:latin typeface="Noto Sans CJK SC"/>
              </a:rPr>
              <a:t>路由 </a:t>
            </a:r>
            <a:r>
              <a:rPr b="1" lang="en-US" sz="1000" spc="-1" strike="noStrike">
                <a:solidFill>
                  <a:srgbClr val="12231d"/>
                </a:solidFill>
                <a:latin typeface="Noto Sans CJK SC"/>
              </a:rPr>
              <a:t>/ </a:t>
            </a:r>
            <a:r>
              <a:rPr b="1" lang="zh-CN" sz="1000" spc="-1" strike="noStrike">
                <a:solidFill>
                  <a:srgbClr val="12231d"/>
                </a:solidFill>
                <a:latin typeface="Noto Sans CJK SC"/>
              </a:rPr>
              <a:t>状态推进；禁：改代码 </a:t>
            </a:r>
            <a:r>
              <a:rPr b="1" lang="en-US" sz="1000" spc="-1" strike="noStrike">
                <a:solidFill>
                  <a:srgbClr val="12231d"/>
                </a:solidFill>
                <a:latin typeface="Noto Sans CJK SC"/>
              </a:rPr>
              <a:t>/ </a:t>
            </a:r>
            <a:r>
              <a:rPr b="1" lang="zh-CN" sz="1000" spc="-1" strike="noStrike">
                <a:solidFill>
                  <a:srgbClr val="12231d"/>
                </a:solidFill>
                <a:latin typeface="Noto Sans CJK SC"/>
              </a:rPr>
              <a:t>发布</a:t>
            </a:r>
            <a:endParaRPr b="1" lang="en-US" sz="1000" spc="-1" strike="noStrike">
              <a:solidFill>
                <a:srgbClr val="12231d"/>
              </a:solidFill>
              <a:latin typeface="Noto Sans CJK SC"/>
              <a:ea typeface="Noto Sans CJK SC"/>
            </a:endParaRPr>
          </a:p>
          <a:p>
            <a:r>
              <a:rPr b="1" lang="en-US" sz="1000" spc="-1" strike="noStrike">
                <a:solidFill>
                  <a:srgbClr val="12231d"/>
                </a:solidFill>
                <a:latin typeface="Noto Sans CJK SC"/>
              </a:rPr>
              <a:t>I/O</a:t>
            </a:r>
            <a:r>
              <a:rPr b="1" lang="zh-CN" sz="1000" spc="-1" strike="noStrike">
                <a:solidFill>
                  <a:srgbClr val="12231d"/>
                </a:solidFill>
                <a:latin typeface="Noto Sans CJK SC"/>
              </a:rPr>
              <a:t>：原始任务 </a:t>
            </a:r>
            <a:r>
              <a:rPr b="1" lang="en-US" sz="1000" spc="-1" strike="noStrike">
                <a:solidFill>
                  <a:srgbClr val="12231d"/>
                </a:solidFill>
                <a:latin typeface="Noto Sans CJK SC"/>
              </a:rPr>
              <a:t>+ Case → </a:t>
            </a:r>
            <a:r>
              <a:rPr b="1" lang="zh-CN" sz="1000" spc="-1" strike="noStrike">
                <a:solidFill>
                  <a:srgbClr val="12231d"/>
                </a:solidFill>
                <a:latin typeface="Noto Sans CJK SC"/>
              </a:rPr>
              <a:t>子任务 </a:t>
            </a:r>
            <a:r>
              <a:rPr b="1" lang="en-US" sz="1000" spc="-1" strike="noStrike">
                <a:solidFill>
                  <a:srgbClr val="12231d"/>
                </a:solidFill>
                <a:latin typeface="Noto Sans CJK SC"/>
              </a:rPr>
              <a:t>/ </a:t>
            </a:r>
            <a:r>
              <a:rPr b="1" lang="zh-CN" sz="1000" spc="-1" strike="noStrike">
                <a:solidFill>
                  <a:srgbClr val="12231d"/>
                </a:solidFill>
                <a:latin typeface="Noto Sans CJK SC"/>
              </a:rPr>
              <a:t>状态 </a:t>
            </a:r>
            <a:r>
              <a:rPr b="1" lang="en-US" sz="1000" spc="-1" strike="noStrike">
                <a:solidFill>
                  <a:srgbClr val="12231d"/>
                </a:solidFill>
                <a:latin typeface="Noto Sans CJK SC"/>
              </a:rPr>
              <a:t>/ </a:t>
            </a:r>
            <a:r>
              <a:rPr b="1" lang="zh-CN" sz="1000" spc="-1" strike="noStrike">
                <a:solidFill>
                  <a:srgbClr val="12231d"/>
                </a:solidFill>
                <a:latin typeface="Noto Sans CJK SC"/>
              </a:rPr>
              <a:t>升级</a:t>
            </a:r>
            <a:endParaRPr b="1" lang="en-US" sz="1000" spc="-1" strike="noStrike">
              <a:solidFill>
                <a:srgbClr val="12231d"/>
              </a:solidFill>
              <a:latin typeface="Noto Sans CJK SC"/>
              <a:ea typeface="Noto Sans CJK SC"/>
            </a:endParaRPr>
          </a:p>
          <a:p>
            <a:r>
              <a:rPr b="1" lang="zh-CN" sz="1000" spc="-1" strike="noStrike">
                <a:solidFill>
                  <a:srgbClr val="12231d"/>
                </a:solidFill>
                <a:latin typeface="Noto Sans CJK SC"/>
              </a:rPr>
              <a:t>依赖：</a:t>
            </a:r>
            <a:r>
              <a:rPr b="1" lang="en-US" sz="1000" spc="-1" strike="noStrike">
                <a:solidFill>
                  <a:srgbClr val="12231d"/>
                </a:solidFill>
                <a:latin typeface="Noto Sans CJK SC"/>
              </a:rPr>
              <a:t>7 Worker</a:t>
            </a:r>
            <a:r>
              <a:rPr b="1" lang="zh-CN" sz="1000" spc="-1" strike="noStrike">
                <a:solidFill>
                  <a:srgbClr val="12231d"/>
                </a:solidFill>
                <a:latin typeface="Noto Sans CJK SC"/>
              </a:rPr>
              <a:t>｜边界：</a:t>
            </a:r>
            <a:r>
              <a:rPr b="1" lang="en-US" sz="1000" spc="-1" strike="noStrike">
                <a:solidFill>
                  <a:srgbClr val="12231d"/>
                </a:solidFill>
                <a:latin typeface="Noto Sans CJK SC"/>
              </a:rPr>
              <a:t>L2/L3 </a:t>
            </a:r>
            <a:r>
              <a:rPr b="1" lang="zh-CN" sz="1000" spc="-1" strike="noStrike">
                <a:solidFill>
                  <a:srgbClr val="12231d"/>
                </a:solidFill>
                <a:latin typeface="Noto Sans CJK SC"/>
              </a:rPr>
              <a:t>人审</a:t>
            </a:r>
            <a:endParaRPr b="1" lang="en-US" sz="1000" spc="-1" strike="noStrike">
              <a:solidFill>
                <a:srgbClr val="12231d"/>
              </a:solidFill>
              <a:latin typeface="Noto Sans CJK SC"/>
              <a:ea typeface="Noto Sans CJK SC"/>
            </a:endParaRPr>
          </a:p>
          <a:p>
            <a:r>
              <a:rPr b="1" lang="en-US" sz="1000" spc="-1" strike="noStrike">
                <a:solidFill>
                  <a:srgbClr val="12231d"/>
                </a:solidFill>
                <a:latin typeface="Noto Sans CJK SC"/>
              </a:rPr>
              <a:t>Trace</a:t>
            </a:r>
            <a:r>
              <a:rPr b="1" lang="zh-CN" sz="1000" spc="-1" strike="noStrike">
                <a:solidFill>
                  <a:srgbClr val="12231d"/>
                </a:solidFill>
                <a:latin typeface="Noto Sans CJK SC"/>
              </a:rPr>
              <a:t>：父 </a:t>
            </a:r>
            <a:r>
              <a:rPr b="1" lang="en-US" sz="1000" spc="-1" strike="noStrike">
                <a:solidFill>
                  <a:srgbClr val="12231d"/>
                </a:solidFill>
                <a:latin typeface="Noto Sans CJK SC"/>
              </a:rPr>
              <a:t>Span / </a:t>
            </a:r>
            <a:r>
              <a:rPr b="1" lang="zh-CN" sz="1000" spc="-1" strike="noStrike">
                <a:solidFill>
                  <a:srgbClr val="12231d"/>
                </a:solidFill>
                <a:latin typeface="Noto Sans CJK SC"/>
              </a:rPr>
              <a:t>状态版本 </a:t>
            </a:r>
            <a:r>
              <a:rPr b="1" lang="en-US" sz="1000" spc="-1" strike="noStrike">
                <a:solidFill>
                  <a:srgbClr val="12231d"/>
                </a:solidFill>
                <a:latin typeface="Noto Sans CJK SC"/>
              </a:rPr>
              <a:t>/ </a:t>
            </a:r>
            <a:r>
              <a:rPr b="1" lang="zh-CN" sz="1000" spc="-1" strike="noStrike">
                <a:solidFill>
                  <a:srgbClr val="12231d"/>
                </a:solidFill>
                <a:latin typeface="Noto Sans CJK SC"/>
              </a:rPr>
              <a:t>消息 </a:t>
            </a:r>
            <a:r>
              <a:rPr b="1" lang="en-US" sz="1000" spc="-1" strike="noStrike">
                <a:solidFill>
                  <a:srgbClr val="12231d"/>
                </a:solidFill>
                <a:latin typeface="Noto Sans CJK SC"/>
              </a:rPr>
              <a:t>/ </a:t>
            </a:r>
            <a:r>
              <a:rPr b="1" lang="zh-CN" sz="1000" spc="-1" strike="noStrike">
                <a:solidFill>
                  <a:srgbClr val="12231d"/>
                </a:solidFill>
                <a:latin typeface="Noto Sans CJK SC"/>
              </a:rPr>
              <a:t>升级原因</a:t>
            </a:r>
            <a:endParaRPr b="1" lang="en-US" sz="1000" spc="-1" strike="noStrike">
              <a:solidFill>
                <a:srgbClr val="12231d"/>
              </a:solidFill>
              <a:latin typeface="Noto Sans CJK SC"/>
              <a:ea typeface="Noto Sans CJK SC"/>
            </a:endParaRPr>
          </a:p>
          <a:p>
            <a:endParaRPr b="1" lang="en-US" sz="1000" spc="-1" strike="noStrike">
              <a:solidFill>
                <a:srgbClr val="12231d"/>
              </a:solidFill>
              <a:latin typeface="Noto Sans CJK SC"/>
              <a:ea typeface="Noto Sans CJK SC"/>
            </a:endParaRPr>
          </a:p>
          <a:p>
            <a:r>
              <a:rPr b="1" lang="en-US" sz="1000" spc="-1" strike="noStrike">
                <a:solidFill>
                  <a:srgbClr val="12231d"/>
                </a:solidFill>
                <a:latin typeface="Noto Sans CJK SC"/>
              </a:rPr>
              <a:t>INTAKE-WORKER</a:t>
            </a:r>
            <a:r>
              <a:rPr b="1" lang="zh-CN" sz="1000" spc="-1" strike="noStrike">
                <a:solidFill>
                  <a:srgbClr val="12231d"/>
                </a:solidFill>
                <a:latin typeface="Noto Sans CJK SC"/>
              </a:rPr>
              <a:t>｜信号接入</a:t>
            </a:r>
            <a:endParaRPr b="1" lang="en-US" sz="1000" spc="-1" strike="noStrike">
              <a:solidFill>
                <a:srgbClr val="12231d"/>
              </a:solidFill>
              <a:latin typeface="Noto Sans CJK SC"/>
              <a:ea typeface="Noto Sans CJK SC"/>
            </a:endParaRPr>
          </a:p>
          <a:p>
            <a:r>
              <a:rPr b="1" lang="zh-CN" sz="1000" spc="-1" strike="noStrike">
                <a:solidFill>
                  <a:srgbClr val="12231d"/>
                </a:solidFill>
                <a:latin typeface="Noto Sans CJK SC"/>
              </a:rPr>
              <a:t>能：聚合 </a:t>
            </a:r>
            <a:r>
              <a:rPr b="1" lang="en-US" sz="1000" spc="-1" strike="noStrike">
                <a:solidFill>
                  <a:srgbClr val="12231d"/>
                </a:solidFill>
                <a:latin typeface="Noto Sans CJK SC"/>
              </a:rPr>
              <a:t>/ </a:t>
            </a:r>
            <a:r>
              <a:rPr b="1" lang="zh-CN" sz="1000" spc="-1" strike="noStrike">
                <a:solidFill>
                  <a:srgbClr val="12231d"/>
                </a:solidFill>
                <a:latin typeface="Noto Sans CJK SC"/>
              </a:rPr>
              <a:t>去重 </a:t>
            </a:r>
            <a:r>
              <a:rPr b="1" lang="en-US" sz="1000" spc="-1" strike="noStrike">
                <a:solidFill>
                  <a:srgbClr val="12231d"/>
                </a:solidFill>
                <a:latin typeface="Noto Sans CJK SC"/>
              </a:rPr>
              <a:t>/ </a:t>
            </a:r>
            <a:r>
              <a:rPr b="1" lang="zh-CN" sz="1000" spc="-1" strike="noStrike">
                <a:solidFill>
                  <a:srgbClr val="12231d"/>
                </a:solidFill>
                <a:latin typeface="Noto Sans CJK SC"/>
              </a:rPr>
              <a:t>定级；禁：推断代码根因</a:t>
            </a:r>
            <a:endParaRPr b="1" lang="en-US" sz="1000" spc="-1" strike="noStrike">
              <a:solidFill>
                <a:srgbClr val="12231d"/>
              </a:solidFill>
              <a:latin typeface="Noto Sans CJK SC"/>
              <a:ea typeface="Noto Sans CJK SC"/>
            </a:endParaRPr>
          </a:p>
          <a:p>
            <a:r>
              <a:rPr b="1" lang="en-US" sz="1000" spc="-1" strike="noStrike">
                <a:solidFill>
                  <a:srgbClr val="12231d"/>
                </a:solidFill>
                <a:latin typeface="Noto Sans CJK SC"/>
              </a:rPr>
              <a:t>I/O</a:t>
            </a:r>
            <a:r>
              <a:rPr b="1" lang="zh-CN" sz="1000" spc="-1" strike="noStrike">
                <a:solidFill>
                  <a:srgbClr val="12231d"/>
                </a:solidFill>
                <a:latin typeface="Noto Sans CJK SC"/>
              </a:rPr>
              <a:t>：</a:t>
            </a:r>
            <a:r>
              <a:rPr b="1" lang="en-US" sz="1000" spc="-1" strike="noStrike">
                <a:solidFill>
                  <a:srgbClr val="12231d"/>
                </a:solidFill>
                <a:latin typeface="Noto Sans CJK SC"/>
              </a:rPr>
              <a:t>5 </a:t>
            </a:r>
            <a:r>
              <a:rPr b="1" lang="zh-CN" sz="1000" spc="-1" strike="noStrike">
                <a:solidFill>
                  <a:srgbClr val="12231d"/>
                </a:solidFill>
                <a:latin typeface="Noto Sans CJK SC"/>
              </a:rPr>
              <a:t>类信号 → </a:t>
            </a:r>
            <a:r>
              <a:rPr b="1" lang="en-US" sz="1000" spc="-1" strike="noStrike">
                <a:solidFill>
                  <a:srgbClr val="12231d"/>
                </a:solidFill>
                <a:latin typeface="Noto Sans CJK SC"/>
              </a:rPr>
              <a:t>Canonical Case / </a:t>
            </a:r>
            <a:r>
              <a:rPr b="1" lang="zh-CN" sz="1000" spc="-1" strike="noStrike">
                <a:solidFill>
                  <a:srgbClr val="12231d"/>
                </a:solidFill>
                <a:latin typeface="Noto Sans CJK SC"/>
              </a:rPr>
              <a:t>时间线</a:t>
            </a:r>
            <a:endParaRPr b="1" lang="en-US" sz="1000" spc="-1" strike="noStrike">
              <a:solidFill>
                <a:srgbClr val="12231d"/>
              </a:solidFill>
              <a:latin typeface="Noto Sans CJK SC"/>
              <a:ea typeface="Noto Sans CJK SC"/>
            </a:endParaRPr>
          </a:p>
          <a:p>
            <a:r>
              <a:rPr b="1" lang="zh-CN" sz="1000" spc="-1" strike="noStrike">
                <a:solidFill>
                  <a:srgbClr val="12231d"/>
                </a:solidFill>
                <a:latin typeface="Noto Sans CJK SC"/>
              </a:rPr>
              <a:t>依赖：</a:t>
            </a:r>
            <a:r>
              <a:rPr b="1" lang="en-US" sz="1000" spc="-1" strike="noStrike">
                <a:solidFill>
                  <a:srgbClr val="12231d"/>
                </a:solidFill>
                <a:latin typeface="Noto Sans CJK SC"/>
              </a:rPr>
              <a:t>SignalFusion + </a:t>
            </a:r>
            <a:r>
              <a:rPr b="1" lang="zh-CN" sz="1000" spc="-1" strike="noStrike">
                <a:solidFill>
                  <a:srgbClr val="12231d"/>
                </a:solidFill>
                <a:latin typeface="Noto Sans CJK SC"/>
              </a:rPr>
              <a:t>官方 </a:t>
            </a:r>
            <a:r>
              <a:rPr b="1" lang="en-US" sz="1000" spc="-1" strike="noStrike">
                <a:solidFill>
                  <a:srgbClr val="12231d"/>
                </a:solidFill>
                <a:latin typeface="Noto Sans CJK SC"/>
              </a:rPr>
              <a:t>SLS Query + MCP</a:t>
            </a:r>
            <a:endParaRPr b="1" lang="en-US" sz="1000" spc="-1" strike="noStrike">
              <a:solidFill>
                <a:srgbClr val="12231d"/>
              </a:solidFill>
              <a:latin typeface="Noto Sans CJK SC"/>
              <a:ea typeface="Noto Sans CJK SC"/>
            </a:endParaRPr>
          </a:p>
          <a:p>
            <a:r>
              <a:rPr b="1" lang="zh-CN" sz="1000" spc="-1" strike="noStrike">
                <a:solidFill>
                  <a:srgbClr val="12231d"/>
                </a:solidFill>
                <a:latin typeface="Noto Sans CJK SC"/>
              </a:rPr>
              <a:t>边界：云日志只读；冲突升级｜</a:t>
            </a:r>
            <a:r>
              <a:rPr b="1" lang="en-US" sz="1000" spc="-1" strike="noStrike">
                <a:solidFill>
                  <a:srgbClr val="12231d"/>
                </a:solidFill>
                <a:latin typeface="Noto Sans CJK SC"/>
              </a:rPr>
              <a:t>Trace</a:t>
            </a:r>
            <a:r>
              <a:rPr b="1" lang="zh-CN" sz="1000" spc="-1" strike="noStrike">
                <a:solidFill>
                  <a:srgbClr val="12231d"/>
                </a:solidFill>
                <a:latin typeface="Noto Sans CJK SC"/>
              </a:rPr>
              <a:t>：信号 </a:t>
            </a:r>
            <a:r>
              <a:rPr b="1" lang="en-US" sz="1000" spc="-1" strike="noStrike">
                <a:solidFill>
                  <a:srgbClr val="12231d"/>
                </a:solidFill>
                <a:latin typeface="Noto Sans CJK SC"/>
              </a:rPr>
              <a:t>/ I/O </a:t>
            </a:r>
            <a:r>
              <a:rPr b="1" lang="zh-CN" sz="1000" spc="-1" strike="noStrike">
                <a:solidFill>
                  <a:srgbClr val="12231d"/>
                </a:solidFill>
                <a:latin typeface="Noto Sans CJK SC"/>
              </a:rPr>
              <a:t>摘要</a:t>
            </a:r>
            <a:endParaRPr b="1" lang="en-US" sz="1000" spc="-1" strike="noStrike">
              <a:solidFill>
                <a:srgbClr val="12231d"/>
              </a:solidFill>
              <a:latin typeface="Noto Sans CJK SC"/>
              <a:ea typeface="Noto Sans CJK SC"/>
            </a:endParaRPr>
          </a:p>
        </p:txBody>
      </p:sp>
      <p:sp>
        <p:nvSpPr>
          <p:cNvPr id="177" name=""/>
          <p:cNvSpPr txBox="1"/>
          <p:nvPr/>
        </p:nvSpPr>
        <p:spPr>
          <a:xfrm>
            <a:off x="6372000" y="2718000"/>
            <a:ext cx="4824000" cy="2988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000" spc="-1" strike="noStrike">
                <a:solidFill>
                  <a:srgbClr val="0e7053"/>
                </a:solidFill>
                <a:latin typeface="Noto Sans CJK SC"/>
              </a:rPr>
              <a:t>IMPACT-WORKER</a:t>
            </a:r>
            <a:r>
              <a:rPr b="1" lang="zh-CN" sz="1000" spc="-1" strike="noStrike">
                <a:solidFill>
                  <a:srgbClr val="0e7053"/>
                </a:solidFill>
                <a:latin typeface="Noto Sans CJK SC"/>
              </a:rPr>
              <a:t>｜影响分析</a:t>
            </a:r>
            <a:endParaRPr b="1" lang="en-US" sz="1000" spc="-1" strike="noStrike">
              <a:solidFill>
                <a:srgbClr val="0e7053"/>
              </a:solidFill>
              <a:latin typeface="Noto Sans CJK SC"/>
              <a:ea typeface="Noto Sans CJK SC"/>
            </a:endParaRPr>
          </a:p>
          <a:p>
            <a:r>
              <a:rPr b="1" lang="zh-CN" sz="1000" spc="-1" strike="noStrike">
                <a:solidFill>
                  <a:srgbClr val="0e7053"/>
                </a:solidFill>
                <a:latin typeface="Noto Sans CJK SC"/>
              </a:rPr>
              <a:t>能：代码检索 </a:t>
            </a:r>
            <a:r>
              <a:rPr b="1" lang="en-US" sz="1000" spc="-1" strike="noStrike">
                <a:solidFill>
                  <a:srgbClr val="0e7053"/>
                </a:solidFill>
                <a:latin typeface="Noto Sans CJK SC"/>
              </a:rPr>
              <a:t>/ </a:t>
            </a:r>
            <a:r>
              <a:rPr b="1" lang="zh-CN" sz="1000" spc="-1" strike="noStrike">
                <a:solidFill>
                  <a:srgbClr val="0e7053"/>
                </a:solidFill>
                <a:latin typeface="Noto Sans CJK SC"/>
              </a:rPr>
              <a:t>影响图；禁：写仓库</a:t>
            </a:r>
            <a:endParaRPr b="1" lang="en-US" sz="1000" spc="-1" strike="noStrike">
              <a:solidFill>
                <a:srgbClr val="0e7053"/>
              </a:solidFill>
              <a:latin typeface="Noto Sans CJK SC"/>
              <a:ea typeface="Noto Sans CJK SC"/>
            </a:endParaRPr>
          </a:p>
          <a:p>
            <a:r>
              <a:rPr b="1" lang="en-US" sz="1000" spc="-1" strike="noStrike">
                <a:solidFill>
                  <a:srgbClr val="0e7053"/>
                </a:solidFill>
                <a:latin typeface="Noto Sans CJK SC"/>
              </a:rPr>
              <a:t>I/O</a:t>
            </a:r>
            <a:r>
              <a:rPr b="1" lang="zh-CN" sz="1000" spc="-1" strike="noStrike">
                <a:solidFill>
                  <a:srgbClr val="0e7053"/>
                </a:solidFill>
                <a:latin typeface="Noto Sans CJK SC"/>
              </a:rPr>
              <a:t>：</a:t>
            </a:r>
            <a:r>
              <a:rPr b="1" lang="en-US" sz="1000" spc="-1" strike="noStrike">
                <a:solidFill>
                  <a:srgbClr val="0e7053"/>
                </a:solidFill>
                <a:latin typeface="Noto Sans CJK SC"/>
              </a:rPr>
              <a:t>Case + Repo → Impact Graph / </a:t>
            </a:r>
            <a:r>
              <a:rPr b="1" lang="zh-CN" sz="1000" spc="-1" strike="noStrike">
                <a:solidFill>
                  <a:srgbClr val="0e7053"/>
                </a:solidFill>
                <a:latin typeface="Noto Sans CJK SC"/>
              </a:rPr>
              <a:t>关键文件</a:t>
            </a:r>
            <a:endParaRPr b="1" lang="en-US" sz="1000" spc="-1" strike="noStrike">
              <a:solidFill>
                <a:srgbClr val="0e7053"/>
              </a:solidFill>
              <a:latin typeface="Noto Sans CJK SC"/>
              <a:ea typeface="Noto Sans CJK SC"/>
            </a:endParaRPr>
          </a:p>
          <a:p>
            <a:r>
              <a:rPr b="1" lang="zh-CN" sz="1000" spc="-1" strike="noStrike">
                <a:solidFill>
                  <a:srgbClr val="0e7053"/>
                </a:solidFill>
                <a:latin typeface="Noto Sans CJK SC"/>
              </a:rPr>
              <a:t>依赖：</a:t>
            </a:r>
            <a:r>
              <a:rPr b="1" lang="en-US" sz="1000" spc="-1" strike="noStrike">
                <a:solidFill>
                  <a:srgbClr val="0e7053"/>
                </a:solidFill>
                <a:latin typeface="Noto Sans CJK SC"/>
              </a:rPr>
              <a:t>ImpactMap + Repository Tool</a:t>
            </a:r>
            <a:endParaRPr b="1" lang="en-US" sz="1000" spc="-1" strike="noStrike">
              <a:solidFill>
                <a:srgbClr val="0e7053"/>
              </a:solidFill>
              <a:latin typeface="Noto Sans CJK SC"/>
              <a:ea typeface="Noto Sans CJK SC"/>
            </a:endParaRPr>
          </a:p>
          <a:p>
            <a:r>
              <a:rPr b="1" lang="zh-CN" sz="1000" spc="-1" strike="noStrike">
                <a:solidFill>
                  <a:srgbClr val="0e7053"/>
                </a:solidFill>
                <a:latin typeface="Noto Sans CJK SC"/>
              </a:rPr>
              <a:t>边界：只读｜</a:t>
            </a:r>
            <a:r>
              <a:rPr b="1" lang="en-US" sz="1000" spc="-1" strike="noStrike">
                <a:solidFill>
                  <a:srgbClr val="0e7053"/>
                </a:solidFill>
                <a:latin typeface="Noto Sans CJK SC"/>
              </a:rPr>
              <a:t>Trace</a:t>
            </a:r>
            <a:r>
              <a:rPr b="1" lang="zh-CN" sz="1000" spc="-1" strike="noStrike">
                <a:solidFill>
                  <a:srgbClr val="0e7053"/>
                </a:solidFill>
                <a:latin typeface="Noto Sans CJK SC"/>
              </a:rPr>
              <a:t>：文件摘要 </a:t>
            </a:r>
            <a:r>
              <a:rPr b="1" lang="en-US" sz="1000" spc="-1" strike="noStrike">
                <a:solidFill>
                  <a:srgbClr val="0e7053"/>
                </a:solidFill>
                <a:latin typeface="Noto Sans CJK SC"/>
              </a:rPr>
              <a:t>/ </a:t>
            </a:r>
            <a:r>
              <a:rPr b="1" lang="zh-CN" sz="1000" spc="-1" strike="noStrike">
                <a:solidFill>
                  <a:srgbClr val="0e7053"/>
                </a:solidFill>
                <a:latin typeface="Noto Sans CJK SC"/>
              </a:rPr>
              <a:t>工具审计</a:t>
            </a:r>
            <a:endParaRPr b="1" lang="en-US" sz="1000" spc="-1" strike="noStrike">
              <a:solidFill>
                <a:srgbClr val="0e7053"/>
              </a:solidFill>
              <a:latin typeface="Noto Sans CJK SC"/>
              <a:ea typeface="Noto Sans CJK SC"/>
            </a:endParaRPr>
          </a:p>
          <a:p>
            <a:endParaRPr b="1" lang="en-US" sz="1000" spc="-1" strike="noStrike">
              <a:solidFill>
                <a:srgbClr val="0e7053"/>
              </a:solidFill>
              <a:latin typeface="Noto Sans CJK SC"/>
              <a:ea typeface="Noto Sans CJK SC"/>
            </a:endParaRPr>
          </a:p>
          <a:p>
            <a:r>
              <a:rPr b="1" lang="en-US" sz="1000" spc="-1" strike="noStrike">
                <a:solidFill>
                  <a:srgbClr val="0e7053"/>
                </a:solidFill>
                <a:latin typeface="Noto Sans CJK SC"/>
              </a:rPr>
              <a:t>RCA-WORKER</a:t>
            </a:r>
            <a:r>
              <a:rPr b="1" lang="zh-CN" sz="1000" spc="-1" strike="noStrike">
                <a:solidFill>
                  <a:srgbClr val="0e7053"/>
                </a:solidFill>
                <a:latin typeface="Noto Sans CJK SC"/>
              </a:rPr>
              <a:t>｜根因诊断</a:t>
            </a:r>
            <a:endParaRPr b="1" lang="en-US" sz="1000" spc="-1" strike="noStrike">
              <a:solidFill>
                <a:srgbClr val="0e7053"/>
              </a:solidFill>
              <a:latin typeface="Noto Sans CJK SC"/>
              <a:ea typeface="Noto Sans CJK SC"/>
            </a:endParaRPr>
          </a:p>
          <a:p>
            <a:r>
              <a:rPr b="1" lang="zh-CN" sz="1000" spc="-1" strike="noStrike">
                <a:solidFill>
                  <a:srgbClr val="0e7053"/>
                </a:solidFill>
                <a:latin typeface="Noto Sans CJK SC"/>
              </a:rPr>
              <a:t>能：候选排序 </a:t>
            </a:r>
            <a:r>
              <a:rPr b="1" lang="en-US" sz="1000" spc="-1" strike="noStrike">
                <a:solidFill>
                  <a:srgbClr val="0e7053"/>
                </a:solidFill>
                <a:latin typeface="Noto Sans CJK SC"/>
              </a:rPr>
              <a:t>/ </a:t>
            </a:r>
            <a:r>
              <a:rPr b="1" lang="zh-CN" sz="1000" spc="-1" strike="noStrike">
                <a:solidFill>
                  <a:srgbClr val="0e7053"/>
                </a:solidFill>
                <a:latin typeface="Noto Sans CJK SC"/>
              </a:rPr>
              <a:t>证据评分；禁：无证据下结论</a:t>
            </a:r>
            <a:endParaRPr b="1" lang="en-US" sz="1000" spc="-1" strike="noStrike">
              <a:solidFill>
                <a:srgbClr val="0e7053"/>
              </a:solidFill>
              <a:latin typeface="Noto Sans CJK SC"/>
              <a:ea typeface="Noto Sans CJK SC"/>
            </a:endParaRPr>
          </a:p>
          <a:p>
            <a:r>
              <a:rPr b="1" lang="en-US" sz="1000" spc="-1" strike="noStrike">
                <a:solidFill>
                  <a:srgbClr val="0e7053"/>
                </a:solidFill>
                <a:latin typeface="Noto Sans CJK SC"/>
              </a:rPr>
              <a:t>I/O</a:t>
            </a:r>
            <a:r>
              <a:rPr b="1" lang="zh-CN" sz="1000" spc="-1" strike="noStrike">
                <a:solidFill>
                  <a:srgbClr val="0e7053"/>
                </a:solidFill>
                <a:latin typeface="Noto Sans CJK SC"/>
              </a:rPr>
              <a:t>：时间线 </a:t>
            </a:r>
            <a:r>
              <a:rPr b="1" lang="en-US" sz="1000" spc="-1" strike="noStrike">
                <a:solidFill>
                  <a:srgbClr val="0e7053"/>
                </a:solidFill>
                <a:latin typeface="Noto Sans CJK SC"/>
              </a:rPr>
              <a:t>+ </a:t>
            </a:r>
            <a:r>
              <a:rPr b="1" lang="zh-CN" sz="1000" spc="-1" strike="noStrike">
                <a:solidFill>
                  <a:srgbClr val="0e7053"/>
                </a:solidFill>
                <a:latin typeface="Noto Sans CJK SC"/>
              </a:rPr>
              <a:t>影响 </a:t>
            </a:r>
            <a:r>
              <a:rPr b="1" lang="en-US" sz="1000" spc="-1" strike="noStrike">
                <a:solidFill>
                  <a:srgbClr val="0e7053"/>
                </a:solidFill>
                <a:latin typeface="Noto Sans CJK SC"/>
              </a:rPr>
              <a:t>+ </a:t>
            </a:r>
            <a:r>
              <a:rPr b="1" lang="zh-CN" sz="1000" spc="-1" strike="noStrike">
                <a:solidFill>
                  <a:srgbClr val="0e7053"/>
                </a:solidFill>
                <a:latin typeface="Noto Sans CJK SC"/>
              </a:rPr>
              <a:t>历史 → 根因 </a:t>
            </a:r>
            <a:r>
              <a:rPr b="1" lang="en-US" sz="1000" spc="-1" strike="noStrike">
                <a:solidFill>
                  <a:srgbClr val="0e7053"/>
                </a:solidFill>
                <a:latin typeface="Noto Sans CJK SC"/>
              </a:rPr>
              <a:t>/ </a:t>
            </a:r>
            <a:r>
              <a:rPr b="1" lang="zh-CN" sz="1000" spc="-1" strike="noStrike">
                <a:solidFill>
                  <a:srgbClr val="0e7053"/>
                </a:solidFill>
                <a:latin typeface="Noto Sans CJK SC"/>
              </a:rPr>
              <a:t>证据缺口</a:t>
            </a:r>
            <a:endParaRPr b="1" lang="en-US" sz="1000" spc="-1" strike="noStrike">
              <a:solidFill>
                <a:srgbClr val="0e7053"/>
              </a:solidFill>
              <a:latin typeface="Noto Sans CJK SC"/>
              <a:ea typeface="Noto Sans CJK SC"/>
            </a:endParaRPr>
          </a:p>
          <a:p>
            <a:r>
              <a:rPr b="1" lang="zh-CN" sz="1000" spc="-1" strike="noStrike">
                <a:solidFill>
                  <a:srgbClr val="0e7053"/>
                </a:solidFill>
                <a:latin typeface="Noto Sans CJK SC"/>
              </a:rPr>
              <a:t>依赖：</a:t>
            </a:r>
            <a:r>
              <a:rPr b="1" lang="en-US" sz="1000" spc="-1" strike="noStrike">
                <a:solidFill>
                  <a:srgbClr val="0e7053"/>
                </a:solidFill>
                <a:latin typeface="Noto Sans CJK SC"/>
              </a:rPr>
              <a:t>EvidenceRCA + </a:t>
            </a:r>
            <a:r>
              <a:rPr b="1" lang="zh-CN" sz="1000" spc="-1" strike="noStrike">
                <a:solidFill>
                  <a:srgbClr val="0e7053"/>
                </a:solidFill>
                <a:latin typeface="Noto Sans CJK SC"/>
              </a:rPr>
              <a:t>官方 </a:t>
            </a:r>
            <a:r>
              <a:rPr b="1" lang="en-US" sz="1000" spc="-1" strike="noStrike">
                <a:solidFill>
                  <a:srgbClr val="0e7053"/>
                </a:solidFill>
                <a:latin typeface="Noto Sans CJK SC"/>
              </a:rPr>
              <a:t>SLS Query + KB</a:t>
            </a:r>
            <a:endParaRPr b="1" lang="en-US" sz="1000" spc="-1" strike="noStrike">
              <a:solidFill>
                <a:srgbClr val="0e7053"/>
              </a:solidFill>
              <a:latin typeface="Noto Sans CJK SC"/>
              <a:ea typeface="Noto Sans CJK SC"/>
            </a:endParaRPr>
          </a:p>
          <a:p>
            <a:r>
              <a:rPr b="1" lang="zh-CN" sz="1000" spc="-1" strike="noStrike">
                <a:solidFill>
                  <a:srgbClr val="0e7053"/>
                </a:solidFill>
                <a:latin typeface="Noto Sans CJK SC"/>
              </a:rPr>
              <a:t>边界：置信度 </a:t>
            </a:r>
            <a:r>
              <a:rPr b="1" lang="en-US" sz="1000" spc="-1" strike="noStrike">
                <a:solidFill>
                  <a:srgbClr val="0e7053"/>
                </a:solidFill>
                <a:latin typeface="Noto Sans CJK SC"/>
              </a:rPr>
              <a:t>&lt; 0.80 </a:t>
            </a:r>
            <a:r>
              <a:rPr b="1" lang="zh-CN" sz="1000" spc="-1" strike="noStrike">
                <a:solidFill>
                  <a:srgbClr val="0e7053"/>
                </a:solidFill>
                <a:latin typeface="Noto Sans CJK SC"/>
              </a:rPr>
              <a:t>停止｜</a:t>
            </a:r>
            <a:r>
              <a:rPr b="1" lang="en-US" sz="1000" spc="-1" strike="noStrike">
                <a:solidFill>
                  <a:srgbClr val="0e7053"/>
                </a:solidFill>
                <a:latin typeface="Noto Sans CJK SC"/>
              </a:rPr>
              <a:t>Trace</a:t>
            </a:r>
            <a:r>
              <a:rPr b="1" lang="zh-CN" sz="1000" spc="-1" strike="noStrike">
                <a:solidFill>
                  <a:srgbClr val="0e7053"/>
                </a:solidFill>
                <a:latin typeface="Noto Sans CJK SC"/>
              </a:rPr>
              <a:t>：分数 </a:t>
            </a:r>
            <a:r>
              <a:rPr b="1" lang="en-US" sz="1000" spc="-1" strike="noStrike">
                <a:solidFill>
                  <a:srgbClr val="0e7053"/>
                </a:solidFill>
                <a:latin typeface="Noto Sans CJK SC"/>
              </a:rPr>
              <a:t>/ </a:t>
            </a:r>
            <a:r>
              <a:rPr b="1" lang="zh-CN" sz="1000" spc="-1" strike="noStrike">
                <a:solidFill>
                  <a:srgbClr val="0e7053"/>
                </a:solidFill>
                <a:latin typeface="Noto Sans CJK SC"/>
              </a:rPr>
              <a:t>引用</a:t>
            </a:r>
            <a:endParaRPr b="1" lang="en-US" sz="1000" spc="-1" strike="noStrike">
              <a:solidFill>
                <a:srgbClr val="0e7053"/>
              </a:solidFill>
              <a:latin typeface="Noto Sans CJK SC"/>
              <a:ea typeface="Noto Sans CJK SC"/>
            </a:endParaRPr>
          </a:p>
        </p:txBody>
      </p:sp>
      <p:sp>
        <p:nvSpPr>
          <p:cNvPr id="178" name=""/>
          <p:cNvSpPr txBox="1"/>
          <p:nvPr/>
        </p:nvSpPr>
        <p:spPr>
          <a:xfrm>
            <a:off x="720000" y="6408000"/>
            <a:ext cx="7380000" cy="126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60716a"/>
                </a:solidFill>
                <a:latin typeface="Courier New"/>
              </a:rPr>
              <a:t>AgentTeams · Skill · MCP 2025-06-18 · RAG · Evidence-first</a:t>
            </a:r>
            <a:endParaRPr b="0" lang="en-US" sz="900" spc="-1" strike="noStrike">
              <a:solidFill>
                <a:srgbClr val="60716a"/>
              </a:solidFill>
              <a:latin typeface="Courier New"/>
            </a:endParaRPr>
          </a:p>
        </p:txBody>
      </p:sp>
      <p:sp>
        <p:nvSpPr>
          <p:cNvPr id="179" name=""/>
          <p:cNvSpPr txBox="1"/>
          <p:nvPr/>
        </p:nvSpPr>
        <p:spPr>
          <a:xfrm>
            <a:off x="10980000" y="6408000"/>
            <a:ext cx="504000" cy="126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60716a"/>
                </a:solidFill>
                <a:latin typeface="Courier New"/>
              </a:rPr>
              <a:t>14</a:t>
            </a:r>
            <a:endParaRPr b="0" lang="en-US" sz="900" spc="-1" strike="noStrike">
              <a:solidFill>
                <a:srgbClr val="60716a"/>
              </a:solidFill>
              <a:latin typeface="Courier New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"/>
          <p:cNvSpPr/>
          <p:nvPr/>
        </p:nvSpPr>
        <p:spPr>
          <a:xfrm>
            <a:off x="0" y="0"/>
            <a:ext cx="12191760" cy="6858000"/>
          </a:xfrm>
          <a:prstGeom prst="rect">
            <a:avLst/>
          </a:prstGeom>
          <a:solidFill>
            <a:srgbClr val="162b35"/>
          </a:solidFill>
          <a:ln w="0">
            <a:solidFill>
              <a:srgbClr val="162b35"/>
            </a:solidFill>
          </a:ln>
        </p:spPr>
      </p:sp>
      <p:sp>
        <p:nvSpPr>
          <p:cNvPr id="181" name=""/>
          <p:cNvSpPr txBox="1"/>
          <p:nvPr/>
        </p:nvSpPr>
        <p:spPr>
          <a:xfrm>
            <a:off x="720000" y="414000"/>
            <a:ext cx="3600000" cy="18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000" spc="-1" strike="noStrike">
                <a:solidFill>
                  <a:srgbClr val="ccef73"/>
                </a:solidFill>
                <a:latin typeface="Courier New"/>
              </a:rPr>
              <a:t>15 / 17   DEVORBIT</a:t>
            </a:r>
            <a:endParaRPr b="1" lang="en-US" sz="1000" spc="-1" strike="noStrike">
              <a:solidFill>
                <a:srgbClr val="ccef73"/>
              </a:solidFill>
              <a:latin typeface="Courier New"/>
            </a:endParaRPr>
          </a:p>
        </p:txBody>
      </p:sp>
      <p:sp>
        <p:nvSpPr>
          <p:cNvPr id="182" name=""/>
          <p:cNvSpPr txBox="1"/>
          <p:nvPr/>
        </p:nvSpPr>
        <p:spPr>
          <a:xfrm>
            <a:off x="720000" y="864000"/>
            <a:ext cx="10800000" cy="756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zh-CN" sz="2600" spc="-1" strike="noStrike">
                <a:solidFill>
                  <a:srgbClr val="fffdf7"/>
                </a:solidFill>
                <a:latin typeface="Noto Sans CJK SC"/>
              </a:rPr>
              <a:t>附录 </a:t>
            </a:r>
            <a:r>
              <a:rPr b="1" lang="en-US" sz="2600" spc="-1" strike="noStrike">
                <a:solidFill>
                  <a:srgbClr val="fffdf7"/>
                </a:solidFill>
                <a:latin typeface="Noto Sans CJK SC"/>
              </a:rPr>
              <a:t>A2 · Agent Identity </a:t>
            </a:r>
            <a:r>
              <a:rPr b="1" lang="zh-CN" sz="2600" spc="-1" strike="noStrike">
                <a:solidFill>
                  <a:srgbClr val="fffdf7"/>
                </a:solidFill>
                <a:latin typeface="Noto Sans CJK SC"/>
              </a:rPr>
              <a:t>清单</a:t>
            </a:r>
            <a:endParaRPr b="1" lang="en-US" sz="2600" spc="-1" strike="noStrike">
              <a:solidFill>
                <a:srgbClr val="fffdf7"/>
              </a:solidFill>
              <a:latin typeface="Noto Sans CJK SC"/>
            </a:endParaRPr>
          </a:p>
        </p:txBody>
      </p:sp>
      <p:sp>
        <p:nvSpPr>
          <p:cNvPr id="183" name=""/>
          <p:cNvSpPr txBox="1"/>
          <p:nvPr/>
        </p:nvSpPr>
        <p:spPr>
          <a:xfrm>
            <a:off x="738000" y="1800000"/>
            <a:ext cx="10260000" cy="648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zh-CN" sz="1400" spc="-1" strike="noStrike">
                <a:solidFill>
                  <a:srgbClr val="b8c9c2"/>
                </a:solidFill>
                <a:latin typeface="Noto Sans CJK SC"/>
              </a:rPr>
              <a:t>所有 </a:t>
            </a:r>
            <a:r>
              <a:rPr b="0" lang="en-US" sz="1400" spc="-1" strike="noStrike">
                <a:solidFill>
                  <a:srgbClr val="b8c9c2"/>
                </a:solidFill>
                <a:latin typeface="Noto Sans CJK SC"/>
              </a:rPr>
              <a:t>Worker </a:t>
            </a:r>
            <a:r>
              <a:rPr b="0" lang="zh-CN" sz="1400" spc="-1" strike="noStrike">
                <a:solidFill>
                  <a:srgbClr val="b8c9c2"/>
                </a:solidFill>
                <a:latin typeface="Noto Sans CJK SC"/>
              </a:rPr>
              <a:t>共享 </a:t>
            </a:r>
            <a:r>
              <a:rPr b="0" lang="en-US" sz="1400" spc="-1" strike="noStrike">
                <a:solidFill>
                  <a:srgbClr val="b8c9c2"/>
                </a:solidFill>
                <a:latin typeface="Noto Sans CJK SC"/>
              </a:rPr>
              <a:t>Case / Trace</a:t>
            </a:r>
            <a:r>
              <a:rPr b="0" lang="zh-CN" sz="1400" spc="-1" strike="noStrike">
                <a:solidFill>
                  <a:srgbClr val="b8c9c2"/>
                </a:solidFill>
                <a:latin typeface="Noto Sans CJK SC"/>
              </a:rPr>
              <a:t>；凭据不进入 </a:t>
            </a:r>
            <a:r>
              <a:rPr b="0" lang="en-US" sz="1400" spc="-1" strike="noStrike">
                <a:solidFill>
                  <a:srgbClr val="b8c9c2"/>
                </a:solidFill>
                <a:latin typeface="Noto Sans CJK SC"/>
              </a:rPr>
              <a:t>Worker </a:t>
            </a:r>
            <a:r>
              <a:rPr b="0" lang="zh-CN" sz="1400" spc="-1" strike="noStrike">
                <a:solidFill>
                  <a:srgbClr val="b8c9c2"/>
                </a:solidFill>
                <a:latin typeface="Noto Sans CJK SC"/>
              </a:rPr>
              <a:t>上下文，写动作由工具网关按最小权限执行。</a:t>
            </a:r>
            <a:endParaRPr b="0" lang="en-US" sz="1400" spc="-1" strike="noStrike">
              <a:solidFill>
                <a:srgbClr val="b8c9c2"/>
              </a:solidFill>
              <a:latin typeface="Noto Sans CJK SC"/>
            </a:endParaRPr>
          </a:p>
        </p:txBody>
      </p:sp>
      <p:sp>
        <p:nvSpPr>
          <p:cNvPr id="184" name=""/>
          <p:cNvSpPr/>
          <p:nvPr/>
        </p:nvSpPr>
        <p:spPr>
          <a:xfrm>
            <a:off x="720000" y="2556000"/>
            <a:ext cx="5112000" cy="3384000"/>
          </a:xfrm>
          <a:prstGeom prst="rect">
            <a:avLst/>
          </a:prstGeom>
          <a:solidFill>
            <a:srgbClr val="1e3942"/>
          </a:solidFill>
          <a:ln w="0">
            <a:solidFill>
              <a:srgbClr val="31505a"/>
            </a:solidFill>
          </a:ln>
        </p:spPr>
      </p:sp>
      <p:sp>
        <p:nvSpPr>
          <p:cNvPr id="185" name=""/>
          <p:cNvSpPr/>
          <p:nvPr/>
        </p:nvSpPr>
        <p:spPr>
          <a:xfrm>
            <a:off x="6120000" y="2556000"/>
            <a:ext cx="5328000" cy="3384000"/>
          </a:xfrm>
          <a:prstGeom prst="rect">
            <a:avLst/>
          </a:prstGeom>
          <a:solidFill>
            <a:srgbClr val="203b44"/>
          </a:solidFill>
          <a:ln w="0">
            <a:solidFill>
              <a:srgbClr val="31505a"/>
            </a:solidFill>
          </a:ln>
        </p:spPr>
      </p:sp>
      <p:sp>
        <p:nvSpPr>
          <p:cNvPr id="186" name=""/>
          <p:cNvSpPr txBox="1"/>
          <p:nvPr/>
        </p:nvSpPr>
        <p:spPr>
          <a:xfrm>
            <a:off x="972000" y="2718000"/>
            <a:ext cx="4572000" cy="2988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000" spc="-1" strike="noStrike">
                <a:solidFill>
                  <a:srgbClr val="fffdf7"/>
                </a:solidFill>
                <a:latin typeface="Noto Sans CJK SC"/>
              </a:rPr>
              <a:t>PATCH-WORKER</a:t>
            </a:r>
            <a:r>
              <a:rPr b="1" lang="zh-CN" sz="1000" spc="-1" strike="noStrike">
                <a:solidFill>
                  <a:srgbClr val="fffdf7"/>
                </a:solidFill>
                <a:latin typeface="Noto Sans CJK SC"/>
              </a:rPr>
              <a:t>｜修复计划</a:t>
            </a:r>
            <a:endParaRPr b="1" lang="en-US" sz="1000" spc="-1" strike="noStrike">
              <a:solidFill>
                <a:srgbClr val="fffdf7"/>
              </a:solidFill>
              <a:latin typeface="Noto Sans CJK SC"/>
              <a:ea typeface="Noto Sans CJK SC"/>
            </a:endParaRPr>
          </a:p>
          <a:p>
            <a:r>
              <a:rPr b="1" lang="zh-CN" sz="1000" spc="-1" strike="noStrike">
                <a:solidFill>
                  <a:srgbClr val="fffdf7"/>
                </a:solidFill>
                <a:latin typeface="Noto Sans CJK SC"/>
              </a:rPr>
              <a:t>能：沙箱补丁 </a:t>
            </a:r>
            <a:r>
              <a:rPr b="1" lang="en-US" sz="1000" spc="-1" strike="noStrike">
                <a:solidFill>
                  <a:srgbClr val="fffdf7"/>
                </a:solidFill>
                <a:latin typeface="Noto Sans CJK SC"/>
              </a:rPr>
              <a:t>/ </a:t>
            </a:r>
            <a:r>
              <a:rPr b="1" lang="zh-CN" sz="1000" spc="-1" strike="noStrike">
                <a:solidFill>
                  <a:srgbClr val="fffdf7"/>
                </a:solidFill>
                <a:latin typeface="Noto Sans CJK SC"/>
              </a:rPr>
              <a:t>回滚；禁：合并主干</a:t>
            </a:r>
            <a:endParaRPr b="1" lang="en-US" sz="1000" spc="-1" strike="noStrike">
              <a:solidFill>
                <a:srgbClr val="fffdf7"/>
              </a:solidFill>
              <a:latin typeface="Noto Sans CJK SC"/>
              <a:ea typeface="Noto Sans CJK SC"/>
            </a:endParaRPr>
          </a:p>
          <a:p>
            <a:r>
              <a:rPr b="1" lang="en-US" sz="1000" spc="-1" strike="noStrike">
                <a:solidFill>
                  <a:srgbClr val="fffdf7"/>
                </a:solidFill>
                <a:latin typeface="Noto Sans CJK SC"/>
              </a:rPr>
              <a:t>I/O</a:t>
            </a:r>
            <a:r>
              <a:rPr b="1" lang="zh-CN" sz="1000" spc="-1" strike="noStrike">
                <a:solidFill>
                  <a:srgbClr val="fffdf7"/>
                </a:solidFill>
                <a:latin typeface="Noto Sans CJK SC"/>
              </a:rPr>
              <a:t>：根因 </a:t>
            </a:r>
            <a:r>
              <a:rPr b="1" lang="en-US" sz="1000" spc="-1" strike="noStrike">
                <a:solidFill>
                  <a:srgbClr val="fffdf7"/>
                </a:solidFill>
                <a:latin typeface="Noto Sans CJK SC"/>
              </a:rPr>
              <a:t>+ </a:t>
            </a:r>
            <a:r>
              <a:rPr b="1" lang="zh-CN" sz="1000" spc="-1" strike="noStrike">
                <a:solidFill>
                  <a:srgbClr val="fffdf7"/>
                </a:solidFill>
                <a:latin typeface="Noto Sans CJK SC"/>
              </a:rPr>
              <a:t>代码 → 补丁 </a:t>
            </a:r>
            <a:r>
              <a:rPr b="1" lang="en-US" sz="1000" spc="-1" strike="noStrike">
                <a:solidFill>
                  <a:srgbClr val="fffdf7"/>
                </a:solidFill>
                <a:latin typeface="Noto Sans CJK SC"/>
              </a:rPr>
              <a:t>/ </a:t>
            </a:r>
            <a:r>
              <a:rPr b="1" lang="zh-CN" sz="1000" spc="-1" strike="noStrike">
                <a:solidFill>
                  <a:srgbClr val="fffdf7"/>
                </a:solidFill>
                <a:latin typeface="Noto Sans CJK SC"/>
              </a:rPr>
              <a:t>变更计划 </a:t>
            </a:r>
            <a:r>
              <a:rPr b="1" lang="en-US" sz="1000" spc="-1" strike="noStrike">
                <a:solidFill>
                  <a:srgbClr val="fffdf7"/>
                </a:solidFill>
                <a:latin typeface="Noto Sans CJK SC"/>
              </a:rPr>
              <a:t>/ </a:t>
            </a:r>
            <a:r>
              <a:rPr b="1" lang="zh-CN" sz="1000" spc="-1" strike="noStrike">
                <a:solidFill>
                  <a:srgbClr val="fffdf7"/>
                </a:solidFill>
                <a:latin typeface="Noto Sans CJK SC"/>
              </a:rPr>
              <a:t>回滚点</a:t>
            </a:r>
            <a:endParaRPr b="1" lang="en-US" sz="1000" spc="-1" strike="noStrike">
              <a:solidFill>
                <a:srgbClr val="fffdf7"/>
              </a:solidFill>
              <a:latin typeface="Noto Sans CJK SC"/>
              <a:ea typeface="Noto Sans CJK SC"/>
            </a:endParaRPr>
          </a:p>
          <a:p>
            <a:r>
              <a:rPr b="1" lang="zh-CN" sz="1000" spc="-1" strike="noStrike">
                <a:solidFill>
                  <a:srgbClr val="fffdf7"/>
                </a:solidFill>
                <a:latin typeface="Noto Sans CJK SC"/>
              </a:rPr>
              <a:t>依赖：</a:t>
            </a:r>
            <a:r>
              <a:rPr b="1" lang="en-US" sz="1000" spc="-1" strike="noStrike">
                <a:solidFill>
                  <a:srgbClr val="fffdf7"/>
                </a:solidFill>
                <a:latin typeface="Noto Sans CJK SC"/>
              </a:rPr>
              <a:t>PatchPlan + Repository Tool</a:t>
            </a:r>
            <a:endParaRPr b="1" lang="en-US" sz="1000" spc="-1" strike="noStrike">
              <a:solidFill>
                <a:srgbClr val="fffdf7"/>
              </a:solidFill>
              <a:latin typeface="Noto Sans CJK SC"/>
              <a:ea typeface="Noto Sans CJK SC"/>
            </a:endParaRPr>
          </a:p>
          <a:p>
            <a:r>
              <a:rPr b="1" lang="zh-CN" sz="1000" spc="-1" strike="noStrike">
                <a:solidFill>
                  <a:srgbClr val="fffdf7"/>
                </a:solidFill>
                <a:latin typeface="Noto Sans CJK SC"/>
              </a:rPr>
              <a:t>边界：仅沙箱；越界升级｜</a:t>
            </a:r>
            <a:r>
              <a:rPr b="1" lang="en-US" sz="1000" spc="-1" strike="noStrike">
                <a:solidFill>
                  <a:srgbClr val="fffdf7"/>
                </a:solidFill>
                <a:latin typeface="Noto Sans CJK SC"/>
              </a:rPr>
              <a:t>Trace</a:t>
            </a:r>
            <a:r>
              <a:rPr b="1" lang="zh-CN" sz="1000" spc="-1" strike="noStrike">
                <a:solidFill>
                  <a:srgbClr val="fffdf7"/>
                </a:solidFill>
                <a:latin typeface="Noto Sans CJK SC"/>
              </a:rPr>
              <a:t>：补丁 </a:t>
            </a:r>
            <a:r>
              <a:rPr b="1" lang="en-US" sz="1000" spc="-1" strike="noStrike">
                <a:solidFill>
                  <a:srgbClr val="fffdf7"/>
                </a:solidFill>
                <a:latin typeface="Noto Sans CJK SC"/>
              </a:rPr>
              <a:t>/ </a:t>
            </a:r>
            <a:r>
              <a:rPr b="1" lang="zh-CN" sz="1000" spc="-1" strike="noStrike">
                <a:solidFill>
                  <a:srgbClr val="fffdf7"/>
                </a:solidFill>
                <a:latin typeface="Noto Sans CJK SC"/>
              </a:rPr>
              <a:t>基线制品</a:t>
            </a:r>
            <a:endParaRPr b="1" lang="en-US" sz="1000" spc="-1" strike="noStrike">
              <a:solidFill>
                <a:srgbClr val="fffdf7"/>
              </a:solidFill>
              <a:latin typeface="Noto Sans CJK SC"/>
              <a:ea typeface="Noto Sans CJK SC"/>
            </a:endParaRPr>
          </a:p>
          <a:p>
            <a:endParaRPr b="1" lang="en-US" sz="1000" spc="-1" strike="noStrike">
              <a:solidFill>
                <a:srgbClr val="fffdf7"/>
              </a:solidFill>
              <a:latin typeface="Noto Sans CJK SC"/>
              <a:ea typeface="Noto Sans CJK SC"/>
            </a:endParaRPr>
          </a:p>
          <a:p>
            <a:r>
              <a:rPr b="1" lang="en-US" sz="1000" spc="-1" strike="noStrike">
                <a:solidFill>
                  <a:srgbClr val="fffdf7"/>
                </a:solidFill>
                <a:latin typeface="Noto Sans CJK SC"/>
              </a:rPr>
              <a:t>VERIFY-WORKER</a:t>
            </a:r>
            <a:r>
              <a:rPr b="1" lang="zh-CN" sz="1000" spc="-1" strike="noStrike">
                <a:solidFill>
                  <a:srgbClr val="fffdf7"/>
                </a:solidFill>
                <a:latin typeface="Noto Sans CJK SC"/>
              </a:rPr>
              <a:t>｜质量门禁</a:t>
            </a:r>
            <a:endParaRPr b="1" lang="en-US" sz="1000" spc="-1" strike="noStrike">
              <a:solidFill>
                <a:srgbClr val="fffdf7"/>
              </a:solidFill>
              <a:latin typeface="Noto Sans CJK SC"/>
              <a:ea typeface="Noto Sans CJK SC"/>
            </a:endParaRPr>
          </a:p>
          <a:p>
            <a:r>
              <a:rPr b="1" lang="zh-CN" sz="1000" spc="-1" strike="noStrike">
                <a:solidFill>
                  <a:srgbClr val="fffdf7"/>
                </a:solidFill>
                <a:latin typeface="Noto Sans CJK SC"/>
              </a:rPr>
              <a:t>能：选测 </a:t>
            </a:r>
            <a:r>
              <a:rPr b="1" lang="en-US" sz="1000" spc="-1" strike="noStrike">
                <a:solidFill>
                  <a:srgbClr val="fffdf7"/>
                </a:solidFill>
                <a:latin typeface="Noto Sans CJK SC"/>
              </a:rPr>
              <a:t>/ </a:t>
            </a:r>
            <a:r>
              <a:rPr b="1" lang="zh-CN" sz="1000" spc="-1" strike="noStrike">
                <a:solidFill>
                  <a:srgbClr val="fffdf7"/>
                </a:solidFill>
                <a:latin typeface="Noto Sans CJK SC"/>
              </a:rPr>
              <a:t>测试 </a:t>
            </a:r>
            <a:r>
              <a:rPr b="1" lang="en-US" sz="1000" spc="-1" strike="noStrike">
                <a:solidFill>
                  <a:srgbClr val="fffdf7"/>
                </a:solidFill>
                <a:latin typeface="Noto Sans CJK SC"/>
              </a:rPr>
              <a:t>/ </a:t>
            </a:r>
            <a:r>
              <a:rPr b="1" lang="zh-CN" sz="1000" spc="-1" strike="noStrike">
                <a:solidFill>
                  <a:srgbClr val="fffdf7"/>
                </a:solidFill>
                <a:latin typeface="Noto Sans CJK SC"/>
              </a:rPr>
              <a:t>归档；禁：绕过失败</a:t>
            </a:r>
            <a:endParaRPr b="1" lang="en-US" sz="1000" spc="-1" strike="noStrike">
              <a:solidFill>
                <a:srgbClr val="fffdf7"/>
              </a:solidFill>
              <a:latin typeface="Noto Sans CJK SC"/>
              <a:ea typeface="Noto Sans CJK SC"/>
            </a:endParaRPr>
          </a:p>
          <a:p>
            <a:r>
              <a:rPr b="1" lang="en-US" sz="1000" spc="-1" strike="noStrike">
                <a:solidFill>
                  <a:srgbClr val="fffdf7"/>
                </a:solidFill>
                <a:latin typeface="Noto Sans CJK SC"/>
              </a:rPr>
              <a:t>I/O</a:t>
            </a:r>
            <a:r>
              <a:rPr b="1" lang="zh-CN" sz="1000" spc="-1" strike="noStrike">
                <a:solidFill>
                  <a:srgbClr val="fffdf7"/>
                </a:solidFill>
                <a:latin typeface="Noto Sans CJK SC"/>
              </a:rPr>
              <a:t>：补丁 </a:t>
            </a:r>
            <a:r>
              <a:rPr b="1" lang="en-US" sz="1000" spc="-1" strike="noStrike">
                <a:solidFill>
                  <a:srgbClr val="fffdf7"/>
                </a:solidFill>
                <a:latin typeface="Noto Sans CJK SC"/>
              </a:rPr>
              <a:t>+ </a:t>
            </a:r>
            <a:r>
              <a:rPr b="1" lang="zh-CN" sz="1000" spc="-1" strike="noStrike">
                <a:solidFill>
                  <a:srgbClr val="fffdf7"/>
                </a:solidFill>
                <a:latin typeface="Noto Sans CJK SC"/>
              </a:rPr>
              <a:t>影响 → </a:t>
            </a:r>
            <a:r>
              <a:rPr b="1" lang="en-US" sz="1000" spc="-1" strike="noStrike">
                <a:solidFill>
                  <a:srgbClr val="fffdf7"/>
                </a:solidFill>
                <a:latin typeface="Noto Sans CJK SC"/>
              </a:rPr>
              <a:t>Test Report / </a:t>
            </a:r>
            <a:r>
              <a:rPr b="1" lang="zh-CN" sz="1000" spc="-1" strike="noStrike">
                <a:solidFill>
                  <a:srgbClr val="fffdf7"/>
                </a:solidFill>
                <a:latin typeface="Noto Sans CJK SC"/>
              </a:rPr>
              <a:t>制品</a:t>
            </a:r>
            <a:endParaRPr b="1" lang="en-US" sz="1000" spc="-1" strike="noStrike">
              <a:solidFill>
                <a:srgbClr val="fffdf7"/>
              </a:solidFill>
              <a:latin typeface="Noto Sans CJK SC"/>
              <a:ea typeface="Noto Sans CJK SC"/>
            </a:endParaRPr>
          </a:p>
          <a:p>
            <a:r>
              <a:rPr b="1" lang="zh-CN" sz="1000" spc="-1" strike="noStrike">
                <a:solidFill>
                  <a:srgbClr val="fffdf7"/>
                </a:solidFill>
                <a:latin typeface="Noto Sans CJK SC"/>
              </a:rPr>
              <a:t>依赖：</a:t>
            </a:r>
            <a:r>
              <a:rPr b="1" lang="en-US" sz="1000" spc="-1" strike="noStrike">
                <a:solidFill>
                  <a:srgbClr val="fffdf7"/>
                </a:solidFill>
                <a:latin typeface="Noto Sans CJK SC"/>
              </a:rPr>
              <a:t>TestGate + CI Tool</a:t>
            </a:r>
            <a:endParaRPr b="1" lang="en-US" sz="1000" spc="-1" strike="noStrike">
              <a:solidFill>
                <a:srgbClr val="fffdf7"/>
              </a:solidFill>
              <a:latin typeface="Noto Sans CJK SC"/>
              <a:ea typeface="Noto Sans CJK SC"/>
            </a:endParaRPr>
          </a:p>
          <a:p>
            <a:r>
              <a:rPr b="1" lang="zh-CN" sz="1000" spc="-1" strike="noStrike">
                <a:solidFill>
                  <a:srgbClr val="fffdf7"/>
                </a:solidFill>
                <a:latin typeface="Noto Sans CJK SC"/>
              </a:rPr>
              <a:t>边界：必选测试失败即阻断｜</a:t>
            </a:r>
            <a:r>
              <a:rPr b="1" lang="en-US" sz="1000" spc="-1" strike="noStrike">
                <a:solidFill>
                  <a:srgbClr val="fffdf7"/>
                </a:solidFill>
                <a:latin typeface="Noto Sans CJK SC"/>
              </a:rPr>
              <a:t>Trace</a:t>
            </a:r>
            <a:r>
              <a:rPr b="1" lang="zh-CN" sz="1000" spc="-1" strike="noStrike">
                <a:solidFill>
                  <a:srgbClr val="fffdf7"/>
                </a:solidFill>
                <a:latin typeface="Noto Sans CJK SC"/>
              </a:rPr>
              <a:t>：命令 </a:t>
            </a:r>
            <a:r>
              <a:rPr b="1" lang="en-US" sz="1000" spc="-1" strike="noStrike">
                <a:solidFill>
                  <a:srgbClr val="fffdf7"/>
                </a:solidFill>
                <a:latin typeface="Noto Sans CJK SC"/>
              </a:rPr>
              <a:t>/ </a:t>
            </a:r>
            <a:r>
              <a:rPr b="1" lang="zh-CN" sz="1000" spc="-1" strike="noStrike">
                <a:solidFill>
                  <a:srgbClr val="fffdf7"/>
                </a:solidFill>
                <a:latin typeface="Noto Sans CJK SC"/>
              </a:rPr>
              <a:t>退出码</a:t>
            </a:r>
            <a:endParaRPr b="1" lang="en-US" sz="1000" spc="-1" strike="noStrike">
              <a:solidFill>
                <a:srgbClr val="fffdf7"/>
              </a:solidFill>
              <a:latin typeface="Noto Sans CJK SC"/>
              <a:ea typeface="Noto Sans CJK SC"/>
            </a:endParaRPr>
          </a:p>
        </p:txBody>
      </p:sp>
      <p:sp>
        <p:nvSpPr>
          <p:cNvPr id="187" name=""/>
          <p:cNvSpPr txBox="1"/>
          <p:nvPr/>
        </p:nvSpPr>
        <p:spPr>
          <a:xfrm>
            <a:off x="6372000" y="2718000"/>
            <a:ext cx="4824000" cy="2988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000" spc="-1" strike="noStrike">
                <a:solidFill>
                  <a:srgbClr val="ccef73"/>
                </a:solidFill>
                <a:latin typeface="Noto Sans CJK SC"/>
              </a:rPr>
              <a:t>RELEASE-WORKER</a:t>
            </a:r>
            <a:r>
              <a:rPr b="1" lang="zh-CN" sz="1000" spc="-1" strike="noStrike">
                <a:solidFill>
                  <a:srgbClr val="ccef73"/>
                </a:solidFill>
                <a:latin typeface="Noto Sans CJK SC"/>
              </a:rPr>
              <a:t>｜发布治理</a:t>
            </a:r>
            <a:endParaRPr b="1" lang="en-US" sz="1000" spc="-1" strike="noStrike">
              <a:solidFill>
                <a:srgbClr val="ccef73"/>
              </a:solidFill>
              <a:latin typeface="Noto Sans CJK SC"/>
              <a:ea typeface="Noto Sans CJK SC"/>
            </a:endParaRPr>
          </a:p>
          <a:p>
            <a:r>
              <a:rPr b="1" lang="zh-CN" sz="1000" spc="-1" strike="noStrike">
                <a:solidFill>
                  <a:srgbClr val="ccef73"/>
                </a:solidFill>
                <a:latin typeface="Noto Sans CJK SC"/>
              </a:rPr>
              <a:t>能：审批 </a:t>
            </a:r>
            <a:r>
              <a:rPr b="1" lang="en-US" sz="1000" spc="-1" strike="noStrike">
                <a:solidFill>
                  <a:srgbClr val="ccef73"/>
                </a:solidFill>
                <a:latin typeface="Noto Sans CJK SC"/>
              </a:rPr>
              <a:t>/ </a:t>
            </a:r>
            <a:r>
              <a:rPr b="1" lang="zh-CN" sz="1000" spc="-1" strike="noStrike">
                <a:solidFill>
                  <a:srgbClr val="ccef73"/>
                </a:solidFill>
                <a:latin typeface="Noto Sans CJK SC"/>
              </a:rPr>
              <a:t>灰度 </a:t>
            </a:r>
            <a:r>
              <a:rPr b="1" lang="en-US" sz="1000" spc="-1" strike="noStrike">
                <a:solidFill>
                  <a:srgbClr val="ccef73"/>
                </a:solidFill>
                <a:latin typeface="Noto Sans CJK SC"/>
              </a:rPr>
              <a:t>/ </a:t>
            </a:r>
            <a:r>
              <a:rPr b="1" lang="zh-CN" sz="1000" spc="-1" strike="noStrike">
                <a:solidFill>
                  <a:srgbClr val="ccef73"/>
                </a:solidFill>
                <a:latin typeface="Noto Sans CJK SC"/>
              </a:rPr>
              <a:t>回滚；禁：</a:t>
            </a:r>
            <a:r>
              <a:rPr b="1" lang="en-US" sz="1000" spc="-1" strike="noStrike">
                <a:solidFill>
                  <a:srgbClr val="ccef73"/>
                </a:solidFill>
                <a:latin typeface="Noto Sans CJK SC"/>
              </a:rPr>
              <a:t>L3 </a:t>
            </a:r>
            <a:r>
              <a:rPr b="1" lang="zh-CN" sz="1000" spc="-1" strike="noStrike">
                <a:solidFill>
                  <a:srgbClr val="ccef73"/>
                </a:solidFill>
                <a:latin typeface="Noto Sans CJK SC"/>
              </a:rPr>
              <a:t>自动执行</a:t>
            </a:r>
            <a:endParaRPr b="1" lang="en-US" sz="1000" spc="-1" strike="noStrike">
              <a:solidFill>
                <a:srgbClr val="ccef73"/>
              </a:solidFill>
              <a:latin typeface="Noto Sans CJK SC"/>
              <a:ea typeface="Noto Sans CJK SC"/>
            </a:endParaRPr>
          </a:p>
          <a:p>
            <a:r>
              <a:rPr b="1" lang="en-US" sz="1000" spc="-1" strike="noStrike">
                <a:solidFill>
                  <a:srgbClr val="ccef73"/>
                </a:solidFill>
                <a:latin typeface="Noto Sans CJK SC"/>
              </a:rPr>
              <a:t>I/O</a:t>
            </a:r>
            <a:r>
              <a:rPr b="1" lang="zh-CN" sz="1000" spc="-1" strike="noStrike">
                <a:solidFill>
                  <a:srgbClr val="ccef73"/>
                </a:solidFill>
                <a:latin typeface="Noto Sans CJK SC"/>
              </a:rPr>
              <a:t>：补丁 </a:t>
            </a:r>
            <a:r>
              <a:rPr b="1" lang="en-US" sz="1000" spc="-1" strike="noStrike">
                <a:solidFill>
                  <a:srgbClr val="ccef73"/>
                </a:solidFill>
                <a:latin typeface="Noto Sans CJK SC"/>
              </a:rPr>
              <a:t>+ </a:t>
            </a:r>
            <a:r>
              <a:rPr b="1" lang="zh-CN" sz="1000" spc="-1" strike="noStrike">
                <a:solidFill>
                  <a:srgbClr val="ccef73"/>
                </a:solidFill>
                <a:latin typeface="Noto Sans CJK SC"/>
              </a:rPr>
              <a:t>测试 </a:t>
            </a:r>
            <a:r>
              <a:rPr b="1" lang="en-US" sz="1000" spc="-1" strike="noStrike">
                <a:solidFill>
                  <a:srgbClr val="ccef73"/>
                </a:solidFill>
                <a:latin typeface="Noto Sans CJK SC"/>
              </a:rPr>
              <a:t>+ </a:t>
            </a:r>
            <a:r>
              <a:rPr b="1" lang="zh-CN" sz="1000" spc="-1" strike="noStrike">
                <a:solidFill>
                  <a:srgbClr val="ccef73"/>
                </a:solidFill>
                <a:latin typeface="Noto Sans CJK SC"/>
              </a:rPr>
              <a:t>审批 </a:t>
            </a:r>
            <a:r>
              <a:rPr b="1" lang="en-US" sz="1000" spc="-1" strike="noStrike">
                <a:solidFill>
                  <a:srgbClr val="ccef73"/>
                </a:solidFill>
                <a:latin typeface="Noto Sans CJK SC"/>
              </a:rPr>
              <a:t>+ </a:t>
            </a:r>
            <a:r>
              <a:rPr b="1" lang="zh-CN" sz="1000" spc="-1" strike="noStrike">
                <a:solidFill>
                  <a:srgbClr val="ccef73"/>
                </a:solidFill>
                <a:latin typeface="Noto Sans CJK SC"/>
              </a:rPr>
              <a:t>指标 → 发布决策</a:t>
            </a:r>
            <a:endParaRPr b="1" lang="en-US" sz="1000" spc="-1" strike="noStrike">
              <a:solidFill>
                <a:srgbClr val="ccef73"/>
              </a:solidFill>
              <a:latin typeface="Noto Sans CJK SC"/>
              <a:ea typeface="Noto Sans CJK SC"/>
            </a:endParaRPr>
          </a:p>
          <a:p>
            <a:r>
              <a:rPr b="1" lang="zh-CN" sz="1000" spc="-1" strike="noStrike">
                <a:solidFill>
                  <a:srgbClr val="ccef73"/>
                </a:solidFill>
                <a:latin typeface="Noto Sans CJK SC"/>
              </a:rPr>
              <a:t>依赖：</a:t>
            </a:r>
            <a:r>
              <a:rPr b="1" lang="en-US" sz="1000" spc="-1" strike="noStrike">
                <a:solidFill>
                  <a:srgbClr val="ccef73"/>
                </a:solidFill>
                <a:latin typeface="Noto Sans CJK SC"/>
              </a:rPr>
              <a:t>ReleaseGuard + Release Tool</a:t>
            </a:r>
            <a:endParaRPr b="1" lang="en-US" sz="1000" spc="-1" strike="noStrike">
              <a:solidFill>
                <a:srgbClr val="ccef73"/>
              </a:solidFill>
              <a:latin typeface="Noto Sans CJK SC"/>
              <a:ea typeface="Noto Sans CJK SC"/>
            </a:endParaRPr>
          </a:p>
          <a:p>
            <a:r>
              <a:rPr b="1" lang="zh-CN" sz="1000" spc="-1" strike="noStrike">
                <a:solidFill>
                  <a:srgbClr val="ccef73"/>
                </a:solidFill>
                <a:latin typeface="Noto Sans CJK SC"/>
              </a:rPr>
              <a:t>边界：</a:t>
            </a:r>
            <a:r>
              <a:rPr b="1" lang="en-US" sz="1000" spc="-1" strike="noStrike">
                <a:solidFill>
                  <a:srgbClr val="ccef73"/>
                </a:solidFill>
                <a:latin typeface="Noto Sans CJK SC"/>
              </a:rPr>
              <a:t>L2 </a:t>
            </a:r>
            <a:r>
              <a:rPr b="1" lang="zh-CN" sz="1000" spc="-1" strike="noStrike">
                <a:solidFill>
                  <a:srgbClr val="ccef73"/>
                </a:solidFill>
                <a:latin typeface="Noto Sans CJK SC"/>
              </a:rPr>
              <a:t>人审；退化回滚｜</a:t>
            </a:r>
            <a:r>
              <a:rPr b="1" lang="en-US" sz="1000" spc="-1" strike="noStrike">
                <a:solidFill>
                  <a:srgbClr val="ccef73"/>
                </a:solidFill>
                <a:latin typeface="Noto Sans CJK SC"/>
              </a:rPr>
              <a:t>Trace</a:t>
            </a:r>
            <a:r>
              <a:rPr b="1" lang="zh-CN" sz="1000" spc="-1" strike="noStrike">
                <a:solidFill>
                  <a:srgbClr val="ccef73"/>
                </a:solidFill>
                <a:latin typeface="Noto Sans CJK SC"/>
              </a:rPr>
              <a:t>：审批 </a:t>
            </a:r>
            <a:r>
              <a:rPr b="1" lang="en-US" sz="1000" spc="-1" strike="noStrike">
                <a:solidFill>
                  <a:srgbClr val="ccef73"/>
                </a:solidFill>
                <a:latin typeface="Noto Sans CJK SC"/>
              </a:rPr>
              <a:t>/ </a:t>
            </a:r>
            <a:r>
              <a:rPr b="1" lang="zh-CN" sz="1000" spc="-1" strike="noStrike">
                <a:solidFill>
                  <a:srgbClr val="ccef73"/>
                </a:solidFill>
                <a:latin typeface="Noto Sans CJK SC"/>
              </a:rPr>
              <a:t>幂等 </a:t>
            </a:r>
            <a:r>
              <a:rPr b="1" lang="en-US" sz="1000" spc="-1" strike="noStrike">
                <a:solidFill>
                  <a:srgbClr val="ccef73"/>
                </a:solidFill>
                <a:latin typeface="Noto Sans CJK SC"/>
              </a:rPr>
              <a:t>/ </a:t>
            </a:r>
            <a:r>
              <a:rPr b="1" lang="zh-CN" sz="1000" spc="-1" strike="noStrike">
                <a:solidFill>
                  <a:srgbClr val="ccef73"/>
                </a:solidFill>
                <a:latin typeface="Noto Sans CJK SC"/>
              </a:rPr>
              <a:t>指标</a:t>
            </a:r>
            <a:endParaRPr b="1" lang="en-US" sz="1000" spc="-1" strike="noStrike">
              <a:solidFill>
                <a:srgbClr val="ccef73"/>
              </a:solidFill>
              <a:latin typeface="Noto Sans CJK SC"/>
              <a:ea typeface="Noto Sans CJK SC"/>
            </a:endParaRPr>
          </a:p>
          <a:p>
            <a:endParaRPr b="1" lang="en-US" sz="1000" spc="-1" strike="noStrike">
              <a:solidFill>
                <a:srgbClr val="ccef73"/>
              </a:solidFill>
              <a:latin typeface="Noto Sans CJK SC"/>
              <a:ea typeface="Noto Sans CJK SC"/>
            </a:endParaRPr>
          </a:p>
          <a:p>
            <a:r>
              <a:rPr b="1" lang="en-US" sz="1000" spc="-1" strike="noStrike">
                <a:solidFill>
                  <a:srgbClr val="ccef73"/>
                </a:solidFill>
                <a:latin typeface="Noto Sans CJK SC"/>
              </a:rPr>
              <a:t>LEARNING-WORKER</a:t>
            </a:r>
            <a:r>
              <a:rPr b="1" lang="zh-CN" sz="1000" spc="-1" strike="noStrike">
                <a:solidFill>
                  <a:srgbClr val="ccef73"/>
                </a:solidFill>
                <a:latin typeface="Noto Sans CJK SC"/>
              </a:rPr>
              <a:t>｜知识沉淀</a:t>
            </a:r>
            <a:endParaRPr b="1" lang="en-US" sz="1000" spc="-1" strike="noStrike">
              <a:solidFill>
                <a:srgbClr val="ccef73"/>
              </a:solidFill>
              <a:latin typeface="Noto Sans CJK SC"/>
              <a:ea typeface="Noto Sans CJK SC"/>
            </a:endParaRPr>
          </a:p>
          <a:p>
            <a:r>
              <a:rPr b="1" lang="zh-CN" sz="1000" spc="-1" strike="noStrike">
                <a:solidFill>
                  <a:srgbClr val="ccef73"/>
                </a:solidFill>
                <a:latin typeface="Noto Sans CJK SC"/>
              </a:rPr>
              <a:t>能：复盘 </a:t>
            </a:r>
            <a:r>
              <a:rPr b="1" lang="en-US" sz="1000" spc="-1" strike="noStrike">
                <a:solidFill>
                  <a:srgbClr val="ccef73"/>
                </a:solidFill>
                <a:latin typeface="Noto Sans CJK SC"/>
              </a:rPr>
              <a:t>/ </a:t>
            </a:r>
            <a:r>
              <a:rPr b="1" lang="zh-CN" sz="1000" spc="-1" strike="noStrike">
                <a:solidFill>
                  <a:srgbClr val="ccef73"/>
                </a:solidFill>
                <a:latin typeface="Noto Sans CJK SC"/>
              </a:rPr>
              <a:t>知识卡；禁：改变生产状态</a:t>
            </a:r>
            <a:endParaRPr b="1" lang="en-US" sz="1000" spc="-1" strike="noStrike">
              <a:solidFill>
                <a:srgbClr val="ccef73"/>
              </a:solidFill>
              <a:latin typeface="Noto Sans CJK SC"/>
              <a:ea typeface="Noto Sans CJK SC"/>
            </a:endParaRPr>
          </a:p>
          <a:p>
            <a:r>
              <a:rPr b="1" lang="en-US" sz="1000" spc="-1" strike="noStrike">
                <a:solidFill>
                  <a:srgbClr val="ccef73"/>
                </a:solidFill>
                <a:latin typeface="Noto Sans CJK SC"/>
              </a:rPr>
              <a:t>I/O</a:t>
            </a:r>
            <a:r>
              <a:rPr b="1" lang="zh-CN" sz="1000" spc="-1" strike="noStrike">
                <a:solidFill>
                  <a:srgbClr val="ccef73"/>
                </a:solidFill>
                <a:latin typeface="Noto Sans CJK SC"/>
              </a:rPr>
              <a:t>：完整 </a:t>
            </a:r>
            <a:r>
              <a:rPr b="1" lang="en-US" sz="1000" spc="-1" strike="noStrike">
                <a:solidFill>
                  <a:srgbClr val="ccef73"/>
                </a:solidFill>
                <a:latin typeface="Noto Sans CJK SC"/>
              </a:rPr>
              <a:t>Trace + </a:t>
            </a:r>
            <a:r>
              <a:rPr b="1" lang="zh-CN" sz="1000" spc="-1" strike="noStrike">
                <a:solidFill>
                  <a:srgbClr val="ccef73"/>
                </a:solidFill>
                <a:latin typeface="Noto Sans CJK SC"/>
              </a:rPr>
              <a:t>结果 → </a:t>
            </a:r>
            <a:r>
              <a:rPr b="1" lang="en-US" sz="1000" spc="-1" strike="noStrike">
                <a:solidFill>
                  <a:srgbClr val="ccef73"/>
                </a:solidFill>
                <a:latin typeface="Noto Sans CJK SC"/>
              </a:rPr>
              <a:t>Case Card / </a:t>
            </a:r>
            <a:r>
              <a:rPr b="1" lang="zh-CN" sz="1000" spc="-1" strike="noStrike">
                <a:solidFill>
                  <a:srgbClr val="ccef73"/>
                </a:solidFill>
                <a:latin typeface="Noto Sans CJK SC"/>
              </a:rPr>
              <a:t>预防规则</a:t>
            </a:r>
            <a:endParaRPr b="1" lang="en-US" sz="1000" spc="-1" strike="noStrike">
              <a:solidFill>
                <a:srgbClr val="ccef73"/>
              </a:solidFill>
              <a:latin typeface="Noto Sans CJK SC"/>
              <a:ea typeface="Noto Sans CJK SC"/>
            </a:endParaRPr>
          </a:p>
          <a:p>
            <a:r>
              <a:rPr b="1" lang="zh-CN" sz="1000" spc="-1" strike="noStrike">
                <a:solidFill>
                  <a:srgbClr val="ccef73"/>
                </a:solidFill>
                <a:latin typeface="Noto Sans CJK SC"/>
              </a:rPr>
              <a:t>依赖：</a:t>
            </a:r>
            <a:r>
              <a:rPr b="1" lang="en-US" sz="1000" spc="-1" strike="noStrike">
                <a:solidFill>
                  <a:srgbClr val="ccef73"/>
                </a:solidFill>
                <a:latin typeface="Noto Sans CJK SC"/>
              </a:rPr>
              <a:t>KnowledgeCard + Knowledge Tool</a:t>
            </a:r>
            <a:endParaRPr b="1" lang="en-US" sz="1000" spc="-1" strike="noStrike">
              <a:solidFill>
                <a:srgbClr val="ccef73"/>
              </a:solidFill>
              <a:latin typeface="Noto Sans CJK SC"/>
              <a:ea typeface="Noto Sans CJK SC"/>
            </a:endParaRPr>
          </a:p>
          <a:p>
            <a:r>
              <a:rPr b="1" lang="zh-CN" sz="1000" spc="-1" strike="noStrike">
                <a:solidFill>
                  <a:srgbClr val="ccef73"/>
                </a:solidFill>
                <a:latin typeface="Noto Sans CJK SC"/>
              </a:rPr>
              <a:t>边界：脱敏后写入｜</a:t>
            </a:r>
            <a:r>
              <a:rPr b="1" lang="en-US" sz="1000" spc="-1" strike="noStrike">
                <a:solidFill>
                  <a:srgbClr val="ccef73"/>
                </a:solidFill>
                <a:latin typeface="Noto Sans CJK SC"/>
              </a:rPr>
              <a:t>Trace</a:t>
            </a:r>
            <a:r>
              <a:rPr b="1" lang="zh-CN" sz="1000" spc="-1" strike="noStrike">
                <a:solidFill>
                  <a:srgbClr val="ccef73"/>
                </a:solidFill>
                <a:latin typeface="Noto Sans CJK SC"/>
              </a:rPr>
              <a:t>：知识引用 </a:t>
            </a:r>
            <a:r>
              <a:rPr b="1" lang="en-US" sz="1000" spc="-1" strike="noStrike">
                <a:solidFill>
                  <a:srgbClr val="ccef73"/>
                </a:solidFill>
                <a:latin typeface="Noto Sans CJK SC"/>
              </a:rPr>
              <a:t>/ </a:t>
            </a:r>
            <a:r>
              <a:rPr b="1" lang="zh-CN" sz="1000" spc="-1" strike="noStrike">
                <a:solidFill>
                  <a:srgbClr val="ccef73"/>
                </a:solidFill>
                <a:latin typeface="Noto Sans CJK SC"/>
              </a:rPr>
              <a:t>关联证据</a:t>
            </a:r>
            <a:endParaRPr b="1" lang="en-US" sz="1000" spc="-1" strike="noStrike">
              <a:solidFill>
                <a:srgbClr val="ccef73"/>
              </a:solidFill>
              <a:latin typeface="Noto Sans CJK SC"/>
              <a:ea typeface="Noto Sans CJK SC"/>
            </a:endParaRPr>
          </a:p>
        </p:txBody>
      </p:sp>
      <p:sp>
        <p:nvSpPr>
          <p:cNvPr id="188" name=""/>
          <p:cNvSpPr txBox="1"/>
          <p:nvPr/>
        </p:nvSpPr>
        <p:spPr>
          <a:xfrm>
            <a:off x="720000" y="6408000"/>
            <a:ext cx="7380000" cy="126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b8c9c2"/>
                </a:solidFill>
                <a:latin typeface="Courier New"/>
              </a:rPr>
              <a:t>AgentTeams · Skill · MCP 2025-06-18 · RAG · Evidence-first</a:t>
            </a:r>
            <a:endParaRPr b="0" lang="en-US" sz="900" spc="-1" strike="noStrike">
              <a:solidFill>
                <a:srgbClr val="b8c9c2"/>
              </a:solidFill>
              <a:latin typeface="Courier New"/>
            </a:endParaRPr>
          </a:p>
        </p:txBody>
      </p:sp>
      <p:sp>
        <p:nvSpPr>
          <p:cNvPr id="189" name=""/>
          <p:cNvSpPr txBox="1"/>
          <p:nvPr/>
        </p:nvSpPr>
        <p:spPr>
          <a:xfrm>
            <a:off x="10980000" y="6408000"/>
            <a:ext cx="504000" cy="126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b8c9c2"/>
                </a:solidFill>
                <a:latin typeface="Courier New"/>
              </a:rPr>
              <a:t>15</a:t>
            </a:r>
            <a:endParaRPr b="0" lang="en-US" sz="900" spc="-1" strike="noStrike">
              <a:solidFill>
                <a:srgbClr val="b8c9c2"/>
              </a:solidFill>
              <a:latin typeface="Courier New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"/>
          <p:cNvSpPr/>
          <p:nvPr/>
        </p:nvSpPr>
        <p:spPr>
          <a:xfrm>
            <a:off x="0" y="0"/>
            <a:ext cx="12191760" cy="6858000"/>
          </a:xfrm>
          <a:prstGeom prst="rect">
            <a:avLst/>
          </a:prstGeom>
          <a:solidFill>
            <a:srgbClr val="f3f1e9"/>
          </a:solidFill>
          <a:ln w="0">
            <a:solidFill>
              <a:srgbClr val="f3f1e9"/>
            </a:solidFill>
          </a:ln>
        </p:spPr>
      </p:sp>
      <p:sp>
        <p:nvSpPr>
          <p:cNvPr id="191" name=""/>
          <p:cNvSpPr txBox="1"/>
          <p:nvPr/>
        </p:nvSpPr>
        <p:spPr>
          <a:xfrm>
            <a:off x="720000" y="414000"/>
            <a:ext cx="3600000" cy="18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000" spc="-1" strike="noStrike">
                <a:solidFill>
                  <a:srgbClr val="0e7053"/>
                </a:solidFill>
                <a:latin typeface="Courier New"/>
              </a:rPr>
              <a:t>16 / 17   DEVORBIT</a:t>
            </a:r>
            <a:endParaRPr b="1" lang="en-US" sz="1000" spc="-1" strike="noStrike">
              <a:solidFill>
                <a:srgbClr val="0e7053"/>
              </a:solidFill>
              <a:latin typeface="Courier New"/>
            </a:endParaRPr>
          </a:p>
        </p:txBody>
      </p:sp>
      <p:sp>
        <p:nvSpPr>
          <p:cNvPr id="192" name=""/>
          <p:cNvSpPr txBox="1"/>
          <p:nvPr/>
        </p:nvSpPr>
        <p:spPr>
          <a:xfrm>
            <a:off x="720000" y="864000"/>
            <a:ext cx="10800000" cy="756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zh-CN" sz="2600" spc="-1" strike="noStrike">
                <a:solidFill>
                  <a:srgbClr val="12231d"/>
                </a:solidFill>
                <a:latin typeface="Noto Sans CJK SC"/>
              </a:rPr>
              <a:t>附录 </a:t>
            </a:r>
            <a:r>
              <a:rPr b="1" lang="en-US" sz="2600" spc="-1" strike="noStrike">
                <a:solidFill>
                  <a:srgbClr val="12231d"/>
                </a:solidFill>
                <a:latin typeface="Noto Sans CJK SC"/>
              </a:rPr>
              <a:t>B1 · </a:t>
            </a:r>
            <a:r>
              <a:rPr b="1" lang="zh-CN" sz="2600" spc="-1" strike="noStrike">
                <a:solidFill>
                  <a:srgbClr val="12231d"/>
                </a:solidFill>
                <a:latin typeface="Noto Sans CJK SC"/>
              </a:rPr>
              <a:t>核心 </a:t>
            </a:r>
            <a:r>
              <a:rPr b="1" lang="en-US" sz="2600" spc="-1" strike="noStrike">
                <a:solidFill>
                  <a:srgbClr val="12231d"/>
                </a:solidFill>
                <a:latin typeface="Noto Sans CJK SC"/>
              </a:rPr>
              <a:t>Skill </a:t>
            </a:r>
            <a:r>
              <a:rPr b="1" lang="zh-CN" sz="2600" spc="-1" strike="noStrike">
                <a:solidFill>
                  <a:srgbClr val="12231d"/>
                </a:solidFill>
                <a:latin typeface="Noto Sans CJK SC"/>
              </a:rPr>
              <a:t>清单</a:t>
            </a:r>
            <a:endParaRPr b="1" lang="en-US" sz="2600" spc="-1" strike="noStrike">
              <a:solidFill>
                <a:srgbClr val="12231d"/>
              </a:solidFill>
              <a:latin typeface="Noto Sans CJK SC"/>
            </a:endParaRPr>
          </a:p>
        </p:txBody>
      </p:sp>
      <p:sp>
        <p:nvSpPr>
          <p:cNvPr id="193" name=""/>
          <p:cNvSpPr txBox="1"/>
          <p:nvPr/>
        </p:nvSpPr>
        <p:spPr>
          <a:xfrm>
            <a:off x="738000" y="1800000"/>
            <a:ext cx="10260000" cy="648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zh-CN" sz="1400" spc="-1" strike="noStrike">
                <a:solidFill>
                  <a:srgbClr val="60716a"/>
                </a:solidFill>
                <a:latin typeface="Noto Sans CJK SC"/>
              </a:rPr>
              <a:t>官方字段：类型 </a:t>
            </a:r>
            <a:r>
              <a:rPr b="0" lang="en-US" sz="1400" spc="-1" strike="noStrike">
                <a:solidFill>
                  <a:srgbClr val="60716a"/>
                </a:solidFill>
                <a:latin typeface="Noto Sans CJK SC"/>
              </a:rPr>
              <a:t>/ </a:t>
            </a:r>
            <a:r>
              <a:rPr b="0" lang="zh-CN" sz="1400" spc="-1" strike="noStrike">
                <a:solidFill>
                  <a:srgbClr val="60716a"/>
                </a:solidFill>
                <a:latin typeface="Noto Sans CJK SC"/>
              </a:rPr>
              <a:t>场景 </a:t>
            </a:r>
            <a:r>
              <a:rPr b="0" lang="en-US" sz="1400" spc="-1" strike="noStrike">
                <a:solidFill>
                  <a:srgbClr val="60716a"/>
                </a:solidFill>
                <a:latin typeface="Noto Sans CJK SC"/>
              </a:rPr>
              <a:t>· I/O · </a:t>
            </a:r>
            <a:r>
              <a:rPr b="0" lang="zh-CN" sz="1400" spc="-1" strike="noStrike">
                <a:solidFill>
                  <a:srgbClr val="60716a"/>
                </a:solidFill>
                <a:latin typeface="Noto Sans CJK SC"/>
              </a:rPr>
              <a:t>调用条件 </a:t>
            </a:r>
            <a:r>
              <a:rPr b="0" lang="en-US" sz="1400" spc="-1" strike="noStrike">
                <a:solidFill>
                  <a:srgbClr val="60716a"/>
                </a:solidFill>
                <a:latin typeface="Noto Sans CJK SC"/>
              </a:rPr>
              <a:t>· </a:t>
            </a:r>
            <a:r>
              <a:rPr b="0" lang="zh-CN" sz="1400" spc="-1" strike="noStrike">
                <a:solidFill>
                  <a:srgbClr val="60716a"/>
                </a:solidFill>
                <a:latin typeface="Noto Sans CJK SC"/>
              </a:rPr>
              <a:t>依赖 </a:t>
            </a:r>
            <a:r>
              <a:rPr b="0" lang="en-US" sz="1400" spc="-1" strike="noStrike">
                <a:solidFill>
                  <a:srgbClr val="60716a"/>
                </a:solidFill>
                <a:latin typeface="Noto Sans CJK SC"/>
              </a:rPr>
              <a:t>· </a:t>
            </a:r>
            <a:r>
              <a:rPr b="0" lang="zh-CN" sz="1400" spc="-1" strike="noStrike">
                <a:solidFill>
                  <a:srgbClr val="60716a"/>
                </a:solidFill>
                <a:latin typeface="Noto Sans CJK SC"/>
              </a:rPr>
              <a:t>失败处理 </a:t>
            </a:r>
            <a:r>
              <a:rPr b="0" lang="en-US" sz="1400" spc="-1" strike="noStrike">
                <a:solidFill>
                  <a:srgbClr val="60716a"/>
                </a:solidFill>
                <a:latin typeface="Noto Sans CJK SC"/>
              </a:rPr>
              <a:t>· </a:t>
            </a:r>
            <a:r>
              <a:rPr b="0" lang="zh-CN" sz="1400" spc="-1" strike="noStrike">
                <a:solidFill>
                  <a:srgbClr val="60716a"/>
                </a:solidFill>
                <a:latin typeface="Noto Sans CJK SC"/>
              </a:rPr>
              <a:t>安全 </a:t>
            </a:r>
            <a:r>
              <a:rPr b="0" lang="en-US" sz="1400" spc="-1" strike="noStrike">
                <a:solidFill>
                  <a:srgbClr val="60716a"/>
                </a:solidFill>
                <a:latin typeface="Noto Sans CJK SC"/>
              </a:rPr>
              <a:t>· </a:t>
            </a:r>
            <a:r>
              <a:rPr b="0" lang="zh-CN" sz="1400" spc="-1" strike="noStrike">
                <a:solidFill>
                  <a:srgbClr val="60716a"/>
                </a:solidFill>
                <a:latin typeface="Noto Sans CJK SC"/>
              </a:rPr>
              <a:t>复用价值 </a:t>
            </a:r>
            <a:r>
              <a:rPr b="0" lang="en-US" sz="1400" spc="-1" strike="noStrike">
                <a:solidFill>
                  <a:srgbClr val="60716a"/>
                </a:solidFill>
                <a:latin typeface="Noto Sans CJK SC"/>
              </a:rPr>
              <a:t>· </a:t>
            </a:r>
            <a:r>
              <a:rPr b="0" lang="zh-CN" sz="1400" spc="-1" strike="noStrike">
                <a:solidFill>
                  <a:srgbClr val="60716a"/>
                </a:solidFill>
                <a:latin typeface="Noto Sans CJK SC"/>
              </a:rPr>
              <a:t>协同关系</a:t>
            </a:r>
            <a:endParaRPr b="0" lang="en-US" sz="1400" spc="-1" strike="noStrike">
              <a:solidFill>
                <a:srgbClr val="60716a"/>
              </a:solidFill>
              <a:latin typeface="Noto Sans CJK SC"/>
            </a:endParaRPr>
          </a:p>
        </p:txBody>
      </p:sp>
      <p:sp>
        <p:nvSpPr>
          <p:cNvPr id="194" name=""/>
          <p:cNvSpPr/>
          <p:nvPr/>
        </p:nvSpPr>
        <p:spPr>
          <a:xfrm>
            <a:off x="720000" y="2556000"/>
            <a:ext cx="5112000" cy="3384000"/>
          </a:xfrm>
          <a:prstGeom prst="rect">
            <a:avLst/>
          </a:prstGeom>
          <a:solidFill>
            <a:srgbClr val="fffdf7"/>
          </a:solidFill>
          <a:ln w="0">
            <a:solidFill>
              <a:srgbClr val="d6d9cf"/>
            </a:solidFill>
          </a:ln>
        </p:spPr>
      </p:sp>
      <p:sp>
        <p:nvSpPr>
          <p:cNvPr id="195" name=""/>
          <p:cNvSpPr/>
          <p:nvPr/>
        </p:nvSpPr>
        <p:spPr>
          <a:xfrm>
            <a:off x="6120000" y="2556000"/>
            <a:ext cx="5328000" cy="3384000"/>
          </a:xfrm>
          <a:prstGeom prst="rect">
            <a:avLst/>
          </a:prstGeom>
          <a:solidFill>
            <a:srgbClr val="e7ebdd"/>
          </a:solidFill>
          <a:ln w="0">
            <a:solidFill>
              <a:srgbClr val="d6d9cf"/>
            </a:solidFill>
          </a:ln>
        </p:spPr>
      </p:sp>
      <p:sp>
        <p:nvSpPr>
          <p:cNvPr id="196" name=""/>
          <p:cNvSpPr txBox="1"/>
          <p:nvPr/>
        </p:nvSpPr>
        <p:spPr>
          <a:xfrm>
            <a:off x="972000" y="2718000"/>
            <a:ext cx="4572000" cy="2988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000" spc="-1" strike="noStrike">
                <a:solidFill>
                  <a:srgbClr val="12231d"/>
                </a:solidFill>
                <a:latin typeface="Noto Sans CJK SC"/>
              </a:rPr>
              <a:t>SIGNALFUSION v1.0</a:t>
            </a:r>
            <a:r>
              <a:rPr b="1" lang="zh-CN" sz="1000" spc="-1" strike="noStrike">
                <a:solidFill>
                  <a:srgbClr val="12231d"/>
                </a:solidFill>
                <a:latin typeface="Noto Sans CJK SC"/>
              </a:rPr>
              <a:t>｜自定义 </a:t>
            </a:r>
            <a:r>
              <a:rPr b="1" lang="en-US" sz="1000" spc="-1" strike="noStrike">
                <a:solidFill>
                  <a:srgbClr val="12231d"/>
                </a:solidFill>
                <a:latin typeface="Noto Sans CJK SC"/>
              </a:rPr>
              <a:t>/ </a:t>
            </a:r>
            <a:r>
              <a:rPr b="1" lang="zh-CN" sz="1000" spc="-1" strike="noStrike">
                <a:solidFill>
                  <a:srgbClr val="12231d"/>
                </a:solidFill>
                <a:latin typeface="Noto Sans CJK SC"/>
              </a:rPr>
              <a:t>多源归并</a:t>
            </a:r>
            <a:endParaRPr b="1" lang="en-US" sz="1000" spc="-1" strike="noStrike">
              <a:solidFill>
                <a:srgbClr val="12231d"/>
              </a:solidFill>
              <a:latin typeface="Noto Sans CJK SC"/>
              <a:ea typeface="Noto Sans CJK SC"/>
            </a:endParaRPr>
          </a:p>
          <a:p>
            <a:r>
              <a:rPr b="1" lang="en-US" sz="1000" spc="-1" strike="noStrike">
                <a:solidFill>
                  <a:srgbClr val="12231d"/>
                </a:solidFill>
                <a:latin typeface="Noto Sans CJK SC"/>
              </a:rPr>
              <a:t>I/O</a:t>
            </a:r>
            <a:r>
              <a:rPr b="1" lang="zh-CN" sz="1000" spc="-1" strike="noStrike">
                <a:solidFill>
                  <a:srgbClr val="12231d"/>
                </a:solidFill>
                <a:latin typeface="Noto Sans CJK SC"/>
              </a:rPr>
              <a:t>：</a:t>
            </a:r>
            <a:r>
              <a:rPr b="1" lang="en-US" sz="1000" spc="-1" strike="noStrike">
                <a:solidFill>
                  <a:srgbClr val="12231d"/>
                </a:solidFill>
                <a:latin typeface="Noto Sans CJK SC"/>
              </a:rPr>
              <a:t>Signals → Case</a:t>
            </a:r>
            <a:r>
              <a:rPr b="1" lang="zh-CN" sz="1000" spc="-1" strike="noStrike">
                <a:solidFill>
                  <a:srgbClr val="12231d"/>
                </a:solidFill>
                <a:latin typeface="Noto Sans CJK SC"/>
              </a:rPr>
              <a:t>｜条件：新信号进入</a:t>
            </a:r>
            <a:endParaRPr b="1" lang="en-US" sz="1000" spc="-1" strike="noStrike">
              <a:solidFill>
                <a:srgbClr val="12231d"/>
              </a:solidFill>
              <a:latin typeface="Noto Sans CJK SC"/>
              <a:ea typeface="Noto Sans CJK SC"/>
            </a:endParaRPr>
          </a:p>
          <a:p>
            <a:r>
              <a:rPr b="1" lang="zh-CN" sz="1000" spc="-1" strike="noStrike">
                <a:solidFill>
                  <a:srgbClr val="12231d"/>
                </a:solidFill>
                <a:latin typeface="Noto Sans CJK SC"/>
              </a:rPr>
              <a:t>依赖：</a:t>
            </a:r>
            <a:r>
              <a:rPr b="1" lang="en-US" sz="1000" spc="-1" strike="noStrike">
                <a:solidFill>
                  <a:srgbClr val="12231d"/>
                </a:solidFill>
                <a:latin typeface="Noto Sans CJK SC"/>
              </a:rPr>
              <a:t>Issue + Observability Tool</a:t>
            </a:r>
            <a:endParaRPr b="1" lang="en-US" sz="1000" spc="-1" strike="noStrike">
              <a:solidFill>
                <a:srgbClr val="12231d"/>
              </a:solidFill>
              <a:latin typeface="Noto Sans CJK SC"/>
              <a:ea typeface="Noto Sans CJK SC"/>
            </a:endParaRPr>
          </a:p>
          <a:p>
            <a:r>
              <a:rPr b="1" lang="zh-CN" sz="1000" spc="-1" strike="noStrike">
                <a:solidFill>
                  <a:srgbClr val="12231d"/>
                </a:solidFill>
                <a:latin typeface="Noto Sans CJK SC"/>
              </a:rPr>
              <a:t>失败 </a:t>
            </a:r>
            <a:r>
              <a:rPr b="1" lang="en-US" sz="1000" spc="-1" strike="noStrike">
                <a:solidFill>
                  <a:srgbClr val="12231d"/>
                </a:solidFill>
                <a:latin typeface="Noto Sans CJK SC"/>
              </a:rPr>
              <a:t>/ </a:t>
            </a:r>
            <a:r>
              <a:rPr b="1" lang="zh-CN" sz="1000" spc="-1" strike="noStrike">
                <a:solidFill>
                  <a:srgbClr val="12231d"/>
                </a:solidFill>
                <a:latin typeface="Noto Sans CJK SC"/>
              </a:rPr>
              <a:t>安全：解析隔离、冲突人审、只读脱敏</a:t>
            </a:r>
            <a:endParaRPr b="1" lang="en-US" sz="1000" spc="-1" strike="noStrike">
              <a:solidFill>
                <a:srgbClr val="12231d"/>
              </a:solidFill>
              <a:latin typeface="Noto Sans CJK SC"/>
              <a:ea typeface="Noto Sans CJK SC"/>
            </a:endParaRPr>
          </a:p>
          <a:p>
            <a:r>
              <a:rPr b="1" lang="zh-CN" sz="1000" spc="-1" strike="noStrike">
                <a:solidFill>
                  <a:srgbClr val="12231d"/>
                </a:solidFill>
                <a:latin typeface="Noto Sans CJK SC"/>
              </a:rPr>
              <a:t>复用 </a:t>
            </a:r>
            <a:r>
              <a:rPr b="1" lang="en-US" sz="1000" spc="-1" strike="noStrike">
                <a:solidFill>
                  <a:srgbClr val="12231d"/>
                </a:solidFill>
                <a:latin typeface="Noto Sans CJK SC"/>
              </a:rPr>
              <a:t>/ </a:t>
            </a:r>
            <a:r>
              <a:rPr b="1" lang="zh-CN" sz="1000" spc="-1" strike="noStrike">
                <a:solidFill>
                  <a:srgbClr val="12231d"/>
                </a:solidFill>
                <a:latin typeface="Noto Sans CJK SC"/>
              </a:rPr>
              <a:t>协同：告警工单归并；</a:t>
            </a:r>
            <a:r>
              <a:rPr b="1" lang="en-US" sz="1000" spc="-1" strike="noStrike">
                <a:solidFill>
                  <a:srgbClr val="12231d"/>
                </a:solidFill>
                <a:latin typeface="Noto Sans CJK SC"/>
              </a:rPr>
              <a:t>Intake </a:t>
            </a:r>
            <a:r>
              <a:rPr b="1" lang="zh-CN" sz="1000" spc="-1" strike="noStrike">
                <a:solidFill>
                  <a:srgbClr val="12231d"/>
                </a:solidFill>
                <a:latin typeface="Noto Sans CJK SC"/>
              </a:rPr>
              <a:t>形成唯一输入</a:t>
            </a:r>
            <a:endParaRPr b="1" lang="en-US" sz="1000" spc="-1" strike="noStrike">
              <a:solidFill>
                <a:srgbClr val="12231d"/>
              </a:solidFill>
              <a:latin typeface="Noto Sans CJK SC"/>
              <a:ea typeface="Noto Sans CJK SC"/>
            </a:endParaRPr>
          </a:p>
          <a:p>
            <a:endParaRPr b="1" lang="en-US" sz="1000" spc="-1" strike="noStrike">
              <a:solidFill>
                <a:srgbClr val="12231d"/>
              </a:solidFill>
              <a:latin typeface="Noto Sans CJK SC"/>
              <a:ea typeface="Noto Sans CJK SC"/>
            </a:endParaRPr>
          </a:p>
          <a:p>
            <a:r>
              <a:rPr b="1" lang="en-US" sz="1000" spc="-1" strike="noStrike">
                <a:solidFill>
                  <a:srgbClr val="12231d"/>
                </a:solidFill>
                <a:latin typeface="Noto Sans CJK SC"/>
              </a:rPr>
              <a:t>IMPACTMAP v1.0</a:t>
            </a:r>
            <a:r>
              <a:rPr b="1" lang="zh-CN" sz="1000" spc="-1" strike="noStrike">
                <a:solidFill>
                  <a:srgbClr val="12231d"/>
                </a:solidFill>
                <a:latin typeface="Noto Sans CJK SC"/>
              </a:rPr>
              <a:t>｜自定义 </a:t>
            </a:r>
            <a:r>
              <a:rPr b="1" lang="en-US" sz="1000" spc="-1" strike="noStrike">
                <a:solidFill>
                  <a:srgbClr val="12231d"/>
                </a:solidFill>
                <a:latin typeface="Noto Sans CJK SC"/>
              </a:rPr>
              <a:t>/ </a:t>
            </a:r>
            <a:r>
              <a:rPr b="1" lang="zh-CN" sz="1000" spc="-1" strike="noStrike">
                <a:solidFill>
                  <a:srgbClr val="12231d"/>
                </a:solidFill>
                <a:latin typeface="Noto Sans CJK SC"/>
              </a:rPr>
              <a:t>影响分析</a:t>
            </a:r>
            <a:endParaRPr b="1" lang="en-US" sz="1000" spc="-1" strike="noStrike">
              <a:solidFill>
                <a:srgbClr val="12231d"/>
              </a:solidFill>
              <a:latin typeface="Noto Sans CJK SC"/>
              <a:ea typeface="Noto Sans CJK SC"/>
            </a:endParaRPr>
          </a:p>
          <a:p>
            <a:r>
              <a:rPr b="1" lang="en-US" sz="1000" spc="-1" strike="noStrike">
                <a:solidFill>
                  <a:srgbClr val="12231d"/>
                </a:solidFill>
                <a:latin typeface="Noto Sans CJK SC"/>
              </a:rPr>
              <a:t>I/O</a:t>
            </a:r>
            <a:r>
              <a:rPr b="1" lang="zh-CN" sz="1000" spc="-1" strike="noStrike">
                <a:solidFill>
                  <a:srgbClr val="12231d"/>
                </a:solidFill>
                <a:latin typeface="Noto Sans CJK SC"/>
              </a:rPr>
              <a:t>：</a:t>
            </a:r>
            <a:r>
              <a:rPr b="1" lang="en-US" sz="1000" spc="-1" strike="noStrike">
                <a:solidFill>
                  <a:srgbClr val="12231d"/>
                </a:solidFill>
                <a:latin typeface="Noto Sans CJK SC"/>
              </a:rPr>
              <a:t>Case + Repo → Impact Graph</a:t>
            </a:r>
            <a:r>
              <a:rPr b="1" lang="zh-CN" sz="1000" spc="-1" strike="noStrike">
                <a:solidFill>
                  <a:srgbClr val="12231d"/>
                </a:solidFill>
                <a:latin typeface="Noto Sans CJK SC"/>
              </a:rPr>
              <a:t>｜条件：已归并</a:t>
            </a:r>
            <a:endParaRPr b="1" lang="en-US" sz="1000" spc="-1" strike="noStrike">
              <a:solidFill>
                <a:srgbClr val="12231d"/>
              </a:solidFill>
              <a:latin typeface="Noto Sans CJK SC"/>
              <a:ea typeface="Noto Sans CJK SC"/>
            </a:endParaRPr>
          </a:p>
          <a:p>
            <a:r>
              <a:rPr b="1" lang="zh-CN" sz="1000" spc="-1" strike="noStrike">
                <a:solidFill>
                  <a:srgbClr val="12231d"/>
                </a:solidFill>
                <a:latin typeface="Noto Sans CJK SC"/>
              </a:rPr>
              <a:t>依赖：</a:t>
            </a:r>
            <a:r>
              <a:rPr b="1" lang="en-US" sz="1000" spc="-1" strike="noStrike">
                <a:solidFill>
                  <a:srgbClr val="12231d"/>
                </a:solidFill>
                <a:latin typeface="Noto Sans CJK SC"/>
              </a:rPr>
              <a:t>Repository Tool</a:t>
            </a:r>
            <a:endParaRPr b="1" lang="en-US" sz="1000" spc="-1" strike="noStrike">
              <a:solidFill>
                <a:srgbClr val="12231d"/>
              </a:solidFill>
              <a:latin typeface="Noto Sans CJK SC"/>
              <a:ea typeface="Noto Sans CJK SC"/>
            </a:endParaRPr>
          </a:p>
          <a:p>
            <a:r>
              <a:rPr b="1" lang="zh-CN" sz="1000" spc="-1" strike="noStrike">
                <a:solidFill>
                  <a:srgbClr val="12231d"/>
                </a:solidFill>
                <a:latin typeface="Noto Sans CJK SC"/>
              </a:rPr>
              <a:t>失败 </a:t>
            </a:r>
            <a:r>
              <a:rPr b="1" lang="en-US" sz="1000" spc="-1" strike="noStrike">
                <a:solidFill>
                  <a:srgbClr val="12231d"/>
                </a:solidFill>
                <a:latin typeface="Noto Sans CJK SC"/>
              </a:rPr>
              <a:t>/ </a:t>
            </a:r>
            <a:r>
              <a:rPr b="1" lang="zh-CN" sz="1000" spc="-1" strike="noStrike">
                <a:solidFill>
                  <a:srgbClr val="12231d"/>
                </a:solidFill>
                <a:latin typeface="Noto Sans CJK SC"/>
              </a:rPr>
              <a:t>安全：索引刷新、证据缺口、仓库只读</a:t>
            </a:r>
            <a:endParaRPr b="1" lang="en-US" sz="1000" spc="-1" strike="noStrike">
              <a:solidFill>
                <a:srgbClr val="12231d"/>
              </a:solidFill>
              <a:latin typeface="Noto Sans CJK SC"/>
              <a:ea typeface="Noto Sans CJK SC"/>
            </a:endParaRPr>
          </a:p>
          <a:p>
            <a:r>
              <a:rPr b="1" lang="zh-CN" sz="1000" spc="-1" strike="noStrike">
                <a:solidFill>
                  <a:srgbClr val="12231d"/>
                </a:solidFill>
                <a:latin typeface="Noto Sans CJK SC"/>
              </a:rPr>
              <a:t>复用 </a:t>
            </a:r>
            <a:r>
              <a:rPr b="1" lang="en-US" sz="1000" spc="-1" strike="noStrike">
                <a:solidFill>
                  <a:srgbClr val="12231d"/>
                </a:solidFill>
                <a:latin typeface="Noto Sans CJK SC"/>
              </a:rPr>
              <a:t>/ </a:t>
            </a:r>
            <a:r>
              <a:rPr b="1" lang="zh-CN" sz="1000" spc="-1" strike="noStrike">
                <a:solidFill>
                  <a:srgbClr val="12231d"/>
                </a:solidFill>
                <a:latin typeface="Noto Sans CJK SC"/>
              </a:rPr>
              <a:t>协同：变更评审；约束 </a:t>
            </a:r>
            <a:r>
              <a:rPr b="1" lang="en-US" sz="1000" spc="-1" strike="noStrike">
                <a:solidFill>
                  <a:srgbClr val="12231d"/>
                </a:solidFill>
                <a:latin typeface="Noto Sans CJK SC"/>
              </a:rPr>
              <a:t>RCA / Patch </a:t>
            </a:r>
            <a:r>
              <a:rPr b="1" lang="zh-CN" sz="1000" spc="-1" strike="noStrike">
                <a:solidFill>
                  <a:srgbClr val="12231d"/>
                </a:solidFill>
                <a:latin typeface="Noto Sans CJK SC"/>
              </a:rPr>
              <a:t>范围</a:t>
            </a:r>
            <a:endParaRPr b="1" lang="en-US" sz="1000" spc="-1" strike="noStrike">
              <a:solidFill>
                <a:srgbClr val="12231d"/>
              </a:solidFill>
              <a:latin typeface="Noto Sans CJK SC"/>
              <a:ea typeface="Noto Sans CJK SC"/>
            </a:endParaRPr>
          </a:p>
        </p:txBody>
      </p:sp>
      <p:sp>
        <p:nvSpPr>
          <p:cNvPr id="197" name=""/>
          <p:cNvSpPr txBox="1"/>
          <p:nvPr/>
        </p:nvSpPr>
        <p:spPr>
          <a:xfrm>
            <a:off x="6372000" y="2718000"/>
            <a:ext cx="4824000" cy="2988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000" spc="-1" strike="noStrike">
                <a:solidFill>
                  <a:srgbClr val="0e7053"/>
                </a:solidFill>
                <a:latin typeface="Noto Sans CJK SC"/>
              </a:rPr>
              <a:t>EVIDENCERCA v1.0</a:t>
            </a:r>
            <a:r>
              <a:rPr b="1" lang="zh-CN" sz="1000" spc="-1" strike="noStrike">
                <a:solidFill>
                  <a:srgbClr val="0e7053"/>
                </a:solidFill>
                <a:latin typeface="Noto Sans CJK SC"/>
              </a:rPr>
              <a:t>｜自定义 </a:t>
            </a:r>
            <a:r>
              <a:rPr b="1" lang="en-US" sz="1000" spc="-1" strike="noStrike">
                <a:solidFill>
                  <a:srgbClr val="0e7053"/>
                </a:solidFill>
                <a:latin typeface="Noto Sans CJK SC"/>
              </a:rPr>
              <a:t>/ </a:t>
            </a:r>
            <a:r>
              <a:rPr b="1" lang="zh-CN" sz="1000" spc="-1" strike="noStrike">
                <a:solidFill>
                  <a:srgbClr val="0e7053"/>
                </a:solidFill>
                <a:latin typeface="Noto Sans CJK SC"/>
              </a:rPr>
              <a:t>根因排序</a:t>
            </a:r>
            <a:endParaRPr b="1" lang="en-US" sz="1000" spc="-1" strike="noStrike">
              <a:solidFill>
                <a:srgbClr val="0e7053"/>
              </a:solidFill>
              <a:latin typeface="Noto Sans CJK SC"/>
              <a:ea typeface="Noto Sans CJK SC"/>
            </a:endParaRPr>
          </a:p>
          <a:p>
            <a:r>
              <a:rPr b="1" lang="en-US" sz="1000" spc="-1" strike="noStrike">
                <a:solidFill>
                  <a:srgbClr val="0e7053"/>
                </a:solidFill>
                <a:latin typeface="Noto Sans CJK SC"/>
              </a:rPr>
              <a:t>I/O</a:t>
            </a:r>
            <a:r>
              <a:rPr b="1" lang="zh-CN" sz="1000" spc="-1" strike="noStrike">
                <a:solidFill>
                  <a:srgbClr val="0e7053"/>
                </a:solidFill>
                <a:latin typeface="Noto Sans CJK SC"/>
              </a:rPr>
              <a:t>：</a:t>
            </a:r>
            <a:r>
              <a:rPr b="1" lang="en-US" sz="1000" spc="-1" strike="noStrike">
                <a:solidFill>
                  <a:srgbClr val="0e7053"/>
                </a:solidFill>
                <a:latin typeface="Noto Sans CJK SC"/>
              </a:rPr>
              <a:t>Timeline + Impact + KB → Causes</a:t>
            </a:r>
            <a:endParaRPr b="1" lang="en-US" sz="1000" spc="-1" strike="noStrike">
              <a:solidFill>
                <a:srgbClr val="0e7053"/>
              </a:solidFill>
              <a:latin typeface="Noto Sans CJK SC"/>
              <a:ea typeface="Noto Sans CJK SC"/>
            </a:endParaRPr>
          </a:p>
          <a:p>
            <a:r>
              <a:rPr b="1" lang="zh-CN" sz="1000" spc="-1" strike="noStrike">
                <a:solidFill>
                  <a:srgbClr val="0e7053"/>
                </a:solidFill>
                <a:latin typeface="Noto Sans CJK SC"/>
              </a:rPr>
              <a:t>条件：至少两类证据｜依赖：</a:t>
            </a:r>
            <a:r>
              <a:rPr b="1" lang="en-US" sz="1000" spc="-1" strike="noStrike">
                <a:solidFill>
                  <a:srgbClr val="0e7053"/>
                </a:solidFill>
                <a:latin typeface="Noto Sans CJK SC"/>
              </a:rPr>
              <a:t>Knowledge Tool</a:t>
            </a:r>
            <a:endParaRPr b="1" lang="en-US" sz="1000" spc="-1" strike="noStrike">
              <a:solidFill>
                <a:srgbClr val="0e7053"/>
              </a:solidFill>
              <a:latin typeface="Noto Sans CJK SC"/>
              <a:ea typeface="Noto Sans CJK SC"/>
            </a:endParaRPr>
          </a:p>
          <a:p>
            <a:r>
              <a:rPr b="1" lang="zh-CN" sz="1000" spc="-1" strike="noStrike">
                <a:solidFill>
                  <a:srgbClr val="0e7053"/>
                </a:solidFill>
                <a:latin typeface="Noto Sans CJK SC"/>
              </a:rPr>
              <a:t>失败 </a:t>
            </a:r>
            <a:r>
              <a:rPr b="1" lang="en-US" sz="1000" spc="-1" strike="noStrike">
                <a:solidFill>
                  <a:srgbClr val="0e7053"/>
                </a:solidFill>
                <a:latin typeface="Noto Sans CJK SC"/>
              </a:rPr>
              <a:t>/ </a:t>
            </a:r>
            <a:r>
              <a:rPr b="1" lang="zh-CN" sz="1000" spc="-1" strike="noStrike">
                <a:solidFill>
                  <a:srgbClr val="0e7053"/>
                </a:solidFill>
                <a:latin typeface="Noto Sans CJK SC"/>
              </a:rPr>
              <a:t>安全：低置信停止；结论强制绑定引用</a:t>
            </a:r>
            <a:endParaRPr b="1" lang="en-US" sz="1000" spc="-1" strike="noStrike">
              <a:solidFill>
                <a:srgbClr val="0e7053"/>
              </a:solidFill>
              <a:latin typeface="Noto Sans CJK SC"/>
              <a:ea typeface="Noto Sans CJK SC"/>
            </a:endParaRPr>
          </a:p>
          <a:p>
            <a:r>
              <a:rPr b="1" lang="zh-CN" sz="1000" spc="-1" strike="noStrike">
                <a:solidFill>
                  <a:srgbClr val="0e7053"/>
                </a:solidFill>
                <a:latin typeface="Noto Sans CJK SC"/>
              </a:rPr>
              <a:t>复用 </a:t>
            </a:r>
            <a:r>
              <a:rPr b="1" lang="en-US" sz="1000" spc="-1" strike="noStrike">
                <a:solidFill>
                  <a:srgbClr val="0e7053"/>
                </a:solidFill>
                <a:latin typeface="Noto Sans CJK SC"/>
              </a:rPr>
              <a:t>/ </a:t>
            </a:r>
            <a:r>
              <a:rPr b="1" lang="zh-CN" sz="1000" spc="-1" strike="noStrike">
                <a:solidFill>
                  <a:srgbClr val="0e7053"/>
                </a:solidFill>
                <a:latin typeface="Noto Sans CJK SC"/>
              </a:rPr>
              <a:t>协同：测试 </a:t>
            </a:r>
            <a:r>
              <a:rPr b="1" lang="en-US" sz="1000" spc="-1" strike="noStrike">
                <a:solidFill>
                  <a:srgbClr val="0e7053"/>
                </a:solidFill>
                <a:latin typeface="Noto Sans CJK SC"/>
              </a:rPr>
              <a:t>/ </a:t>
            </a:r>
            <a:r>
              <a:rPr b="1" lang="zh-CN" sz="1000" spc="-1" strike="noStrike">
                <a:solidFill>
                  <a:srgbClr val="0e7053"/>
                </a:solidFill>
                <a:latin typeface="Noto Sans CJK SC"/>
              </a:rPr>
              <a:t>生产缺陷；决定能否自动修复</a:t>
            </a:r>
            <a:endParaRPr b="1" lang="en-US" sz="1000" spc="-1" strike="noStrike">
              <a:solidFill>
                <a:srgbClr val="0e7053"/>
              </a:solidFill>
              <a:latin typeface="Noto Sans CJK SC"/>
              <a:ea typeface="Noto Sans CJK SC"/>
            </a:endParaRPr>
          </a:p>
          <a:p>
            <a:endParaRPr b="1" lang="en-US" sz="1000" spc="-1" strike="noStrike">
              <a:solidFill>
                <a:srgbClr val="0e7053"/>
              </a:solidFill>
              <a:latin typeface="Noto Sans CJK SC"/>
              <a:ea typeface="Noto Sans CJK SC"/>
            </a:endParaRPr>
          </a:p>
          <a:p>
            <a:r>
              <a:rPr b="1" lang="en-US" sz="1000" spc="-1" strike="noStrike">
                <a:solidFill>
                  <a:srgbClr val="0e7053"/>
                </a:solidFill>
                <a:latin typeface="Noto Sans CJK SC"/>
              </a:rPr>
              <a:t>PATCHPLAN v1.0</a:t>
            </a:r>
            <a:r>
              <a:rPr b="1" lang="zh-CN" sz="1000" spc="-1" strike="noStrike">
                <a:solidFill>
                  <a:srgbClr val="0e7053"/>
                </a:solidFill>
                <a:latin typeface="Noto Sans CJK SC"/>
              </a:rPr>
              <a:t>｜自定义 </a:t>
            </a:r>
            <a:r>
              <a:rPr b="1" lang="en-US" sz="1000" spc="-1" strike="noStrike">
                <a:solidFill>
                  <a:srgbClr val="0e7053"/>
                </a:solidFill>
                <a:latin typeface="Noto Sans CJK SC"/>
              </a:rPr>
              <a:t>/ </a:t>
            </a:r>
            <a:r>
              <a:rPr b="1" lang="zh-CN" sz="1000" spc="-1" strike="noStrike">
                <a:solidFill>
                  <a:srgbClr val="0e7053"/>
                </a:solidFill>
                <a:latin typeface="Noto Sans CJK SC"/>
              </a:rPr>
              <a:t>最小修复</a:t>
            </a:r>
            <a:endParaRPr b="1" lang="en-US" sz="1000" spc="-1" strike="noStrike">
              <a:solidFill>
                <a:srgbClr val="0e7053"/>
              </a:solidFill>
              <a:latin typeface="Noto Sans CJK SC"/>
              <a:ea typeface="Noto Sans CJK SC"/>
            </a:endParaRPr>
          </a:p>
          <a:p>
            <a:r>
              <a:rPr b="1" lang="en-US" sz="1000" spc="-1" strike="noStrike">
                <a:solidFill>
                  <a:srgbClr val="0e7053"/>
                </a:solidFill>
                <a:latin typeface="Noto Sans CJK SC"/>
              </a:rPr>
              <a:t>I/O</a:t>
            </a:r>
            <a:r>
              <a:rPr b="1" lang="zh-CN" sz="1000" spc="-1" strike="noStrike">
                <a:solidFill>
                  <a:srgbClr val="0e7053"/>
                </a:solidFill>
                <a:latin typeface="Noto Sans CJK SC"/>
              </a:rPr>
              <a:t>：</a:t>
            </a:r>
            <a:r>
              <a:rPr b="1" lang="en-US" sz="1000" spc="-1" strike="noStrike">
                <a:solidFill>
                  <a:srgbClr val="0e7053"/>
                </a:solidFill>
                <a:latin typeface="Noto Sans CJK SC"/>
              </a:rPr>
              <a:t>Root Cause + Repo → Plan / Rollback</a:t>
            </a:r>
            <a:endParaRPr b="1" lang="en-US" sz="1000" spc="-1" strike="noStrike">
              <a:solidFill>
                <a:srgbClr val="0e7053"/>
              </a:solidFill>
              <a:latin typeface="Noto Sans CJK SC"/>
              <a:ea typeface="Noto Sans CJK SC"/>
            </a:endParaRPr>
          </a:p>
          <a:p>
            <a:r>
              <a:rPr b="1" lang="zh-CN" sz="1000" spc="-1" strike="noStrike">
                <a:solidFill>
                  <a:srgbClr val="0e7053"/>
                </a:solidFill>
                <a:latin typeface="Noto Sans CJK SC"/>
              </a:rPr>
              <a:t>条件：置信度 ≥ </a:t>
            </a:r>
            <a:r>
              <a:rPr b="1" lang="en-US" sz="1000" spc="-1" strike="noStrike">
                <a:solidFill>
                  <a:srgbClr val="0e7053"/>
                </a:solidFill>
                <a:latin typeface="Noto Sans CJK SC"/>
              </a:rPr>
              <a:t>0.80</a:t>
            </a:r>
            <a:r>
              <a:rPr b="1" lang="zh-CN" sz="1000" spc="-1" strike="noStrike">
                <a:solidFill>
                  <a:srgbClr val="0e7053"/>
                </a:solidFill>
                <a:latin typeface="Noto Sans CJK SC"/>
              </a:rPr>
              <a:t>｜依赖：</a:t>
            </a:r>
            <a:r>
              <a:rPr b="1" lang="en-US" sz="1000" spc="-1" strike="noStrike">
                <a:solidFill>
                  <a:srgbClr val="0e7053"/>
                </a:solidFill>
                <a:latin typeface="Noto Sans CJK SC"/>
              </a:rPr>
              <a:t>Repository Tool</a:t>
            </a:r>
            <a:endParaRPr b="1" lang="en-US" sz="1000" spc="-1" strike="noStrike">
              <a:solidFill>
                <a:srgbClr val="0e7053"/>
              </a:solidFill>
              <a:latin typeface="Noto Sans CJK SC"/>
              <a:ea typeface="Noto Sans CJK SC"/>
            </a:endParaRPr>
          </a:p>
          <a:p>
            <a:r>
              <a:rPr b="1" lang="zh-CN" sz="1000" spc="-1" strike="noStrike">
                <a:solidFill>
                  <a:srgbClr val="0e7053"/>
                </a:solidFill>
                <a:latin typeface="Noto Sans CJK SC"/>
              </a:rPr>
              <a:t>失败 </a:t>
            </a:r>
            <a:r>
              <a:rPr b="1" lang="en-US" sz="1000" spc="-1" strike="noStrike">
                <a:solidFill>
                  <a:srgbClr val="0e7053"/>
                </a:solidFill>
                <a:latin typeface="Noto Sans CJK SC"/>
              </a:rPr>
              <a:t>/ </a:t>
            </a:r>
            <a:r>
              <a:rPr b="1" lang="zh-CN" sz="1000" spc="-1" strike="noStrike">
                <a:solidFill>
                  <a:srgbClr val="0e7053"/>
                </a:solidFill>
                <a:latin typeface="Noto Sans CJK SC"/>
              </a:rPr>
              <a:t>安全：失败回滚沙箱；禁止污染主干</a:t>
            </a:r>
            <a:endParaRPr b="1" lang="en-US" sz="1000" spc="-1" strike="noStrike">
              <a:solidFill>
                <a:srgbClr val="0e7053"/>
              </a:solidFill>
              <a:latin typeface="Noto Sans CJK SC"/>
              <a:ea typeface="Noto Sans CJK SC"/>
            </a:endParaRPr>
          </a:p>
          <a:p>
            <a:r>
              <a:rPr b="1" lang="zh-CN" sz="1000" spc="-1" strike="noStrike">
                <a:solidFill>
                  <a:srgbClr val="0e7053"/>
                </a:solidFill>
                <a:latin typeface="Noto Sans CJK SC"/>
              </a:rPr>
              <a:t>复用 </a:t>
            </a:r>
            <a:r>
              <a:rPr b="1" lang="en-US" sz="1000" spc="-1" strike="noStrike">
                <a:solidFill>
                  <a:srgbClr val="0e7053"/>
                </a:solidFill>
                <a:latin typeface="Noto Sans CJK SC"/>
              </a:rPr>
              <a:t>/ </a:t>
            </a:r>
            <a:r>
              <a:rPr b="1" lang="zh-CN" sz="1000" spc="-1" strike="noStrike">
                <a:solidFill>
                  <a:srgbClr val="0e7053"/>
                </a:solidFill>
                <a:latin typeface="Noto Sans CJK SC"/>
              </a:rPr>
              <a:t>协同：常见修复；把诊断转为可逆变更</a:t>
            </a:r>
            <a:endParaRPr b="1" lang="en-US" sz="1000" spc="-1" strike="noStrike">
              <a:solidFill>
                <a:srgbClr val="0e7053"/>
              </a:solidFill>
              <a:latin typeface="Noto Sans CJK SC"/>
              <a:ea typeface="Noto Sans CJK SC"/>
            </a:endParaRPr>
          </a:p>
        </p:txBody>
      </p:sp>
      <p:sp>
        <p:nvSpPr>
          <p:cNvPr id="198" name=""/>
          <p:cNvSpPr txBox="1"/>
          <p:nvPr/>
        </p:nvSpPr>
        <p:spPr>
          <a:xfrm>
            <a:off x="720000" y="6408000"/>
            <a:ext cx="7380000" cy="126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60716a"/>
                </a:solidFill>
                <a:latin typeface="Courier New"/>
              </a:rPr>
              <a:t>AgentTeams · Skill · MCP 2025-06-18 · RAG · Evidence-first</a:t>
            </a:r>
            <a:endParaRPr b="0" lang="en-US" sz="900" spc="-1" strike="noStrike">
              <a:solidFill>
                <a:srgbClr val="60716a"/>
              </a:solidFill>
              <a:latin typeface="Courier New"/>
            </a:endParaRPr>
          </a:p>
        </p:txBody>
      </p:sp>
      <p:sp>
        <p:nvSpPr>
          <p:cNvPr id="199" name=""/>
          <p:cNvSpPr txBox="1"/>
          <p:nvPr/>
        </p:nvSpPr>
        <p:spPr>
          <a:xfrm>
            <a:off x="10980000" y="6408000"/>
            <a:ext cx="504000" cy="126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60716a"/>
                </a:solidFill>
                <a:latin typeface="Courier New"/>
              </a:rPr>
              <a:t>16</a:t>
            </a:r>
            <a:endParaRPr b="0" lang="en-US" sz="900" spc="-1" strike="noStrike">
              <a:solidFill>
                <a:srgbClr val="60716a"/>
              </a:solidFill>
              <a:latin typeface="Courier New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"/>
          <p:cNvSpPr/>
          <p:nvPr/>
        </p:nvSpPr>
        <p:spPr>
          <a:xfrm>
            <a:off x="0" y="0"/>
            <a:ext cx="12191760" cy="6858000"/>
          </a:xfrm>
          <a:prstGeom prst="rect">
            <a:avLst/>
          </a:prstGeom>
          <a:solidFill>
            <a:srgbClr val="162b35"/>
          </a:solidFill>
          <a:ln w="0">
            <a:solidFill>
              <a:srgbClr val="162b35"/>
            </a:solidFill>
          </a:ln>
        </p:spPr>
      </p:sp>
      <p:sp>
        <p:nvSpPr>
          <p:cNvPr id="201" name=""/>
          <p:cNvSpPr txBox="1"/>
          <p:nvPr/>
        </p:nvSpPr>
        <p:spPr>
          <a:xfrm>
            <a:off x="720000" y="414000"/>
            <a:ext cx="3600000" cy="18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000" spc="-1" strike="noStrike">
                <a:solidFill>
                  <a:srgbClr val="ccef73"/>
                </a:solidFill>
                <a:latin typeface="Courier New"/>
              </a:rPr>
              <a:t>17 / 17   DEVORBIT</a:t>
            </a:r>
            <a:endParaRPr b="1" lang="en-US" sz="1000" spc="-1" strike="noStrike">
              <a:solidFill>
                <a:srgbClr val="ccef73"/>
              </a:solidFill>
              <a:latin typeface="Courier New"/>
            </a:endParaRPr>
          </a:p>
        </p:txBody>
      </p:sp>
      <p:sp>
        <p:nvSpPr>
          <p:cNvPr id="202" name=""/>
          <p:cNvSpPr txBox="1"/>
          <p:nvPr/>
        </p:nvSpPr>
        <p:spPr>
          <a:xfrm>
            <a:off x="720000" y="864000"/>
            <a:ext cx="10800000" cy="756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zh-CN" sz="2600" spc="-1" strike="noStrike">
                <a:solidFill>
                  <a:srgbClr val="fffdf7"/>
                </a:solidFill>
                <a:latin typeface="Noto Sans CJK SC"/>
              </a:rPr>
              <a:t>附录 </a:t>
            </a:r>
            <a:r>
              <a:rPr b="1" lang="en-US" sz="2600" spc="-1" strike="noStrike">
                <a:solidFill>
                  <a:srgbClr val="fffdf7"/>
                </a:solidFill>
                <a:latin typeface="Noto Sans CJK SC"/>
              </a:rPr>
              <a:t>B2 · </a:t>
            </a:r>
            <a:r>
              <a:rPr b="1" lang="zh-CN" sz="2600" spc="-1" strike="noStrike">
                <a:solidFill>
                  <a:srgbClr val="fffdf7"/>
                </a:solidFill>
                <a:latin typeface="Noto Sans CJK SC"/>
              </a:rPr>
              <a:t>核心 </a:t>
            </a:r>
            <a:r>
              <a:rPr b="1" lang="en-US" sz="2600" spc="-1" strike="noStrike">
                <a:solidFill>
                  <a:srgbClr val="fffdf7"/>
                </a:solidFill>
                <a:latin typeface="Noto Sans CJK SC"/>
              </a:rPr>
              <a:t>Skill </a:t>
            </a:r>
            <a:r>
              <a:rPr b="1" lang="zh-CN" sz="2600" spc="-1" strike="noStrike">
                <a:solidFill>
                  <a:srgbClr val="fffdf7"/>
                </a:solidFill>
                <a:latin typeface="Noto Sans CJK SC"/>
              </a:rPr>
              <a:t>清单</a:t>
            </a:r>
            <a:endParaRPr b="1" lang="en-US" sz="2600" spc="-1" strike="noStrike">
              <a:solidFill>
                <a:srgbClr val="fffdf7"/>
              </a:solidFill>
              <a:latin typeface="Noto Sans CJK SC"/>
            </a:endParaRPr>
          </a:p>
        </p:txBody>
      </p:sp>
      <p:sp>
        <p:nvSpPr>
          <p:cNvPr id="203" name=""/>
          <p:cNvSpPr txBox="1"/>
          <p:nvPr/>
        </p:nvSpPr>
        <p:spPr>
          <a:xfrm>
            <a:off x="738000" y="1800000"/>
            <a:ext cx="10260000" cy="648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1400" spc="-1" strike="noStrike">
                <a:solidFill>
                  <a:srgbClr val="b8c9c2"/>
                </a:solidFill>
                <a:latin typeface="Noto Sans CJK SC"/>
              </a:rPr>
              <a:t>7 </a:t>
            </a:r>
            <a:r>
              <a:rPr b="0" lang="zh-CN" sz="1400" spc="-1" strike="noStrike">
                <a:solidFill>
                  <a:srgbClr val="b8c9c2"/>
                </a:solidFill>
                <a:latin typeface="Noto Sans CJK SC"/>
              </a:rPr>
              <a:t>个自定义 </a:t>
            </a:r>
            <a:r>
              <a:rPr b="0" lang="en-US" sz="1400" spc="-1" strike="noStrike">
                <a:solidFill>
                  <a:srgbClr val="b8c9c2"/>
                </a:solidFill>
                <a:latin typeface="Noto Sans CJK SC"/>
              </a:rPr>
              <a:t>Skill </a:t>
            </a:r>
            <a:r>
              <a:rPr b="0" lang="zh-CN" sz="1400" spc="-1" strike="noStrike">
                <a:solidFill>
                  <a:srgbClr val="b8c9c2"/>
                </a:solidFill>
                <a:latin typeface="Noto Sans CJK SC"/>
              </a:rPr>
              <a:t>有回归门禁；官方 </a:t>
            </a:r>
            <a:r>
              <a:rPr b="0" lang="en-US" sz="1400" spc="-1" strike="noStrike">
                <a:solidFill>
                  <a:srgbClr val="b8c9c2"/>
                </a:solidFill>
                <a:latin typeface="Noto Sans CJK SC"/>
              </a:rPr>
              <a:t>Skill </a:t>
            </a:r>
            <a:r>
              <a:rPr b="0" lang="zh-CN" sz="1400" spc="-1" strike="noStrike">
                <a:solidFill>
                  <a:srgbClr val="b8c9c2"/>
                </a:solidFill>
                <a:latin typeface="Noto Sans CJK SC"/>
              </a:rPr>
              <a:t>固定门户版本、裁剪差异与摘要。</a:t>
            </a:r>
            <a:endParaRPr b="0" lang="en-US" sz="1400" spc="-1" strike="noStrike">
              <a:solidFill>
                <a:srgbClr val="b8c9c2"/>
              </a:solidFill>
              <a:latin typeface="Noto Sans CJK SC"/>
            </a:endParaRPr>
          </a:p>
        </p:txBody>
      </p:sp>
      <p:sp>
        <p:nvSpPr>
          <p:cNvPr id="204" name=""/>
          <p:cNvSpPr/>
          <p:nvPr/>
        </p:nvSpPr>
        <p:spPr>
          <a:xfrm>
            <a:off x="720000" y="2556000"/>
            <a:ext cx="5112000" cy="3384000"/>
          </a:xfrm>
          <a:prstGeom prst="rect">
            <a:avLst/>
          </a:prstGeom>
          <a:solidFill>
            <a:srgbClr val="1e3942"/>
          </a:solidFill>
          <a:ln w="0">
            <a:solidFill>
              <a:srgbClr val="31505a"/>
            </a:solidFill>
          </a:ln>
        </p:spPr>
      </p:sp>
      <p:sp>
        <p:nvSpPr>
          <p:cNvPr id="205" name=""/>
          <p:cNvSpPr/>
          <p:nvPr/>
        </p:nvSpPr>
        <p:spPr>
          <a:xfrm>
            <a:off x="6120000" y="2556000"/>
            <a:ext cx="5328000" cy="3384000"/>
          </a:xfrm>
          <a:prstGeom prst="rect">
            <a:avLst/>
          </a:prstGeom>
          <a:solidFill>
            <a:srgbClr val="203b44"/>
          </a:solidFill>
          <a:ln w="0">
            <a:solidFill>
              <a:srgbClr val="31505a"/>
            </a:solidFill>
          </a:ln>
        </p:spPr>
      </p:sp>
      <p:sp>
        <p:nvSpPr>
          <p:cNvPr id="206" name=""/>
          <p:cNvSpPr txBox="1"/>
          <p:nvPr/>
        </p:nvSpPr>
        <p:spPr>
          <a:xfrm>
            <a:off x="972000" y="2718000"/>
            <a:ext cx="4572000" cy="2988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000" spc="-1" strike="noStrike">
                <a:solidFill>
                  <a:srgbClr val="fffdf7"/>
                </a:solidFill>
                <a:latin typeface="Noto Sans CJK SC"/>
              </a:rPr>
              <a:t>TESTGATE v1.0</a:t>
            </a:r>
            <a:r>
              <a:rPr b="1" lang="zh-CN" sz="1000" spc="-1" strike="noStrike">
                <a:solidFill>
                  <a:srgbClr val="fffdf7"/>
                </a:solidFill>
                <a:latin typeface="Noto Sans CJK SC"/>
              </a:rPr>
              <a:t>｜自定义 </a:t>
            </a:r>
            <a:r>
              <a:rPr b="1" lang="en-US" sz="1000" spc="-1" strike="noStrike">
                <a:solidFill>
                  <a:srgbClr val="fffdf7"/>
                </a:solidFill>
                <a:latin typeface="Noto Sans CJK SC"/>
              </a:rPr>
              <a:t>/ </a:t>
            </a:r>
            <a:r>
              <a:rPr b="1" lang="zh-CN" sz="1000" spc="-1" strike="noStrike">
                <a:solidFill>
                  <a:srgbClr val="fffdf7"/>
                </a:solidFill>
                <a:latin typeface="Noto Sans CJK SC"/>
              </a:rPr>
              <a:t>回归门禁</a:t>
            </a:r>
            <a:endParaRPr b="1" lang="en-US" sz="1000" spc="-1" strike="noStrike">
              <a:solidFill>
                <a:srgbClr val="fffdf7"/>
              </a:solidFill>
              <a:latin typeface="Noto Sans CJK SC"/>
              <a:ea typeface="Noto Sans CJK SC"/>
            </a:endParaRPr>
          </a:p>
          <a:p>
            <a:r>
              <a:rPr b="1" lang="en-US" sz="1000" spc="-1" strike="noStrike">
                <a:solidFill>
                  <a:srgbClr val="fffdf7"/>
                </a:solidFill>
                <a:latin typeface="Noto Sans CJK SC"/>
              </a:rPr>
              <a:t>I/O</a:t>
            </a:r>
            <a:r>
              <a:rPr b="1" lang="zh-CN" sz="1000" spc="-1" strike="noStrike">
                <a:solidFill>
                  <a:srgbClr val="fffdf7"/>
                </a:solidFill>
                <a:latin typeface="Noto Sans CJK SC"/>
              </a:rPr>
              <a:t>：</a:t>
            </a:r>
            <a:r>
              <a:rPr b="1" lang="en-US" sz="1000" spc="-1" strike="noStrike">
                <a:solidFill>
                  <a:srgbClr val="fffdf7"/>
                </a:solidFill>
                <a:latin typeface="Noto Sans CJK SC"/>
              </a:rPr>
              <a:t>Plan + Impact → Test Report / Artifact</a:t>
            </a:r>
            <a:endParaRPr b="1" lang="en-US" sz="1000" spc="-1" strike="noStrike">
              <a:solidFill>
                <a:srgbClr val="fffdf7"/>
              </a:solidFill>
              <a:latin typeface="Noto Sans CJK SC"/>
              <a:ea typeface="Noto Sans CJK SC"/>
            </a:endParaRPr>
          </a:p>
          <a:p>
            <a:r>
              <a:rPr b="1" lang="zh-CN" sz="1000" spc="-1" strike="noStrike">
                <a:solidFill>
                  <a:srgbClr val="fffdf7"/>
                </a:solidFill>
                <a:latin typeface="Noto Sans CJK SC"/>
              </a:rPr>
              <a:t>条件：补丁后｜依赖：</a:t>
            </a:r>
            <a:r>
              <a:rPr b="1" lang="en-US" sz="1000" spc="-1" strike="noStrike">
                <a:solidFill>
                  <a:srgbClr val="fffdf7"/>
                </a:solidFill>
                <a:latin typeface="Noto Sans CJK SC"/>
              </a:rPr>
              <a:t>CI Tool</a:t>
            </a:r>
            <a:endParaRPr b="1" lang="en-US" sz="1000" spc="-1" strike="noStrike">
              <a:solidFill>
                <a:srgbClr val="fffdf7"/>
              </a:solidFill>
              <a:latin typeface="Noto Sans CJK SC"/>
              <a:ea typeface="Noto Sans CJK SC"/>
            </a:endParaRPr>
          </a:p>
          <a:p>
            <a:r>
              <a:rPr b="1" lang="zh-CN" sz="1000" spc="-1" strike="noStrike">
                <a:solidFill>
                  <a:srgbClr val="fffdf7"/>
                </a:solidFill>
                <a:latin typeface="Noto Sans CJK SC"/>
              </a:rPr>
              <a:t>失败 </a:t>
            </a:r>
            <a:r>
              <a:rPr b="1" lang="en-US" sz="1000" spc="-1" strike="noStrike">
                <a:solidFill>
                  <a:srgbClr val="fffdf7"/>
                </a:solidFill>
                <a:latin typeface="Noto Sans CJK SC"/>
              </a:rPr>
              <a:t>/ </a:t>
            </a:r>
            <a:r>
              <a:rPr b="1" lang="zh-CN" sz="1000" spc="-1" strike="noStrike">
                <a:solidFill>
                  <a:srgbClr val="fffdf7"/>
                </a:solidFill>
                <a:latin typeface="Noto Sans CJK SC"/>
              </a:rPr>
              <a:t>安全：超时重试；失败阻断；命令白名单</a:t>
            </a:r>
            <a:endParaRPr b="1" lang="en-US" sz="1000" spc="-1" strike="noStrike">
              <a:solidFill>
                <a:srgbClr val="fffdf7"/>
              </a:solidFill>
              <a:latin typeface="Noto Sans CJK SC"/>
              <a:ea typeface="Noto Sans CJK SC"/>
            </a:endParaRPr>
          </a:p>
          <a:p>
            <a:r>
              <a:rPr b="1" lang="zh-CN" sz="1000" spc="-1" strike="noStrike">
                <a:solidFill>
                  <a:srgbClr val="fffdf7"/>
                </a:solidFill>
                <a:latin typeface="Noto Sans CJK SC"/>
              </a:rPr>
              <a:t>复用 </a:t>
            </a:r>
            <a:r>
              <a:rPr b="1" lang="en-US" sz="1000" spc="-1" strike="noStrike">
                <a:solidFill>
                  <a:srgbClr val="fffdf7"/>
                </a:solidFill>
                <a:latin typeface="Noto Sans CJK SC"/>
              </a:rPr>
              <a:t>/ </a:t>
            </a:r>
            <a:r>
              <a:rPr b="1" lang="zh-CN" sz="1000" spc="-1" strike="noStrike">
                <a:solidFill>
                  <a:srgbClr val="fffdf7"/>
                </a:solidFill>
                <a:latin typeface="Noto Sans CJK SC"/>
              </a:rPr>
              <a:t>协同：提交 </a:t>
            </a:r>
            <a:r>
              <a:rPr b="1" lang="en-US" sz="1000" spc="-1" strike="noStrike">
                <a:solidFill>
                  <a:srgbClr val="fffdf7"/>
                </a:solidFill>
                <a:latin typeface="Noto Sans CJK SC"/>
              </a:rPr>
              <a:t>/ </a:t>
            </a:r>
            <a:r>
              <a:rPr b="1" lang="zh-CN" sz="1000" spc="-1" strike="noStrike">
                <a:solidFill>
                  <a:srgbClr val="fffdf7"/>
                </a:solidFill>
                <a:latin typeface="Noto Sans CJK SC"/>
              </a:rPr>
              <a:t>发布门禁；给 </a:t>
            </a:r>
            <a:r>
              <a:rPr b="1" lang="en-US" sz="1000" spc="-1" strike="noStrike">
                <a:solidFill>
                  <a:srgbClr val="fffdf7"/>
                </a:solidFill>
                <a:latin typeface="Noto Sans CJK SC"/>
              </a:rPr>
              <a:t>Release </a:t>
            </a:r>
            <a:r>
              <a:rPr b="1" lang="zh-CN" sz="1000" spc="-1" strike="noStrike">
                <a:solidFill>
                  <a:srgbClr val="fffdf7"/>
                </a:solidFill>
                <a:latin typeface="Noto Sans CJK SC"/>
              </a:rPr>
              <a:t>硬证据</a:t>
            </a:r>
            <a:endParaRPr b="1" lang="en-US" sz="1000" spc="-1" strike="noStrike">
              <a:solidFill>
                <a:srgbClr val="fffdf7"/>
              </a:solidFill>
              <a:latin typeface="Noto Sans CJK SC"/>
              <a:ea typeface="Noto Sans CJK SC"/>
            </a:endParaRPr>
          </a:p>
          <a:p>
            <a:endParaRPr b="1" lang="en-US" sz="1000" spc="-1" strike="noStrike">
              <a:solidFill>
                <a:srgbClr val="fffdf7"/>
              </a:solidFill>
              <a:latin typeface="Noto Sans CJK SC"/>
              <a:ea typeface="Noto Sans CJK SC"/>
            </a:endParaRPr>
          </a:p>
          <a:p>
            <a:r>
              <a:rPr b="1" lang="en-US" sz="1000" spc="-1" strike="noStrike">
                <a:solidFill>
                  <a:srgbClr val="fffdf7"/>
                </a:solidFill>
                <a:latin typeface="Noto Sans CJK SC"/>
              </a:rPr>
              <a:t>RELEASEGUARD v1.0</a:t>
            </a:r>
            <a:r>
              <a:rPr b="1" lang="zh-CN" sz="1000" spc="-1" strike="noStrike">
                <a:solidFill>
                  <a:srgbClr val="fffdf7"/>
                </a:solidFill>
                <a:latin typeface="Noto Sans CJK SC"/>
              </a:rPr>
              <a:t>｜自定义 </a:t>
            </a:r>
            <a:r>
              <a:rPr b="1" lang="en-US" sz="1000" spc="-1" strike="noStrike">
                <a:solidFill>
                  <a:srgbClr val="fffdf7"/>
                </a:solidFill>
                <a:latin typeface="Noto Sans CJK SC"/>
              </a:rPr>
              <a:t>/ </a:t>
            </a:r>
            <a:r>
              <a:rPr b="1" lang="zh-CN" sz="1000" spc="-1" strike="noStrike">
                <a:solidFill>
                  <a:srgbClr val="fffdf7"/>
                </a:solidFill>
                <a:latin typeface="Noto Sans CJK SC"/>
              </a:rPr>
              <a:t>发布治理</a:t>
            </a:r>
            <a:endParaRPr b="1" lang="en-US" sz="1000" spc="-1" strike="noStrike">
              <a:solidFill>
                <a:srgbClr val="fffdf7"/>
              </a:solidFill>
              <a:latin typeface="Noto Sans CJK SC"/>
              <a:ea typeface="Noto Sans CJK SC"/>
            </a:endParaRPr>
          </a:p>
          <a:p>
            <a:r>
              <a:rPr b="1" lang="en-US" sz="1000" spc="-1" strike="noStrike">
                <a:solidFill>
                  <a:srgbClr val="fffdf7"/>
                </a:solidFill>
                <a:latin typeface="Noto Sans CJK SC"/>
              </a:rPr>
              <a:t>I/O</a:t>
            </a:r>
            <a:r>
              <a:rPr b="1" lang="zh-CN" sz="1000" spc="-1" strike="noStrike">
                <a:solidFill>
                  <a:srgbClr val="fffdf7"/>
                </a:solidFill>
                <a:latin typeface="Noto Sans CJK SC"/>
              </a:rPr>
              <a:t>：</a:t>
            </a:r>
            <a:r>
              <a:rPr b="1" lang="en-US" sz="1000" spc="-1" strike="noStrike">
                <a:solidFill>
                  <a:srgbClr val="fffdf7"/>
                </a:solidFill>
                <a:latin typeface="Noto Sans CJK SC"/>
              </a:rPr>
              <a:t>Plan + Tests + Policy → Release Decision</a:t>
            </a:r>
            <a:endParaRPr b="1" lang="en-US" sz="1000" spc="-1" strike="noStrike">
              <a:solidFill>
                <a:srgbClr val="fffdf7"/>
              </a:solidFill>
              <a:latin typeface="Noto Sans CJK SC"/>
              <a:ea typeface="Noto Sans CJK SC"/>
            </a:endParaRPr>
          </a:p>
          <a:p>
            <a:r>
              <a:rPr b="1" lang="zh-CN" sz="1000" spc="-1" strike="noStrike">
                <a:solidFill>
                  <a:srgbClr val="fffdf7"/>
                </a:solidFill>
                <a:latin typeface="Noto Sans CJK SC"/>
              </a:rPr>
              <a:t>条件：测试全绿 </a:t>
            </a:r>
            <a:r>
              <a:rPr b="1" lang="en-US" sz="1000" spc="-1" strike="noStrike">
                <a:solidFill>
                  <a:srgbClr val="fffdf7"/>
                </a:solidFill>
                <a:latin typeface="Noto Sans CJK SC"/>
              </a:rPr>
              <a:t>+ </a:t>
            </a:r>
            <a:r>
              <a:rPr b="1" lang="zh-CN" sz="1000" spc="-1" strike="noStrike">
                <a:solidFill>
                  <a:srgbClr val="fffdf7"/>
                </a:solidFill>
                <a:latin typeface="Noto Sans CJK SC"/>
              </a:rPr>
              <a:t>回滚点｜依赖：</a:t>
            </a:r>
            <a:r>
              <a:rPr b="1" lang="en-US" sz="1000" spc="-1" strike="noStrike">
                <a:solidFill>
                  <a:srgbClr val="fffdf7"/>
                </a:solidFill>
                <a:latin typeface="Noto Sans CJK SC"/>
              </a:rPr>
              <a:t>Release Tool</a:t>
            </a:r>
            <a:endParaRPr b="1" lang="en-US" sz="1000" spc="-1" strike="noStrike">
              <a:solidFill>
                <a:srgbClr val="fffdf7"/>
              </a:solidFill>
              <a:latin typeface="Noto Sans CJK SC"/>
              <a:ea typeface="Noto Sans CJK SC"/>
            </a:endParaRPr>
          </a:p>
          <a:p>
            <a:r>
              <a:rPr b="1" lang="zh-CN" sz="1000" spc="-1" strike="noStrike">
                <a:solidFill>
                  <a:srgbClr val="fffdf7"/>
                </a:solidFill>
                <a:latin typeface="Noto Sans CJK SC"/>
              </a:rPr>
              <a:t>失败 </a:t>
            </a:r>
            <a:r>
              <a:rPr b="1" lang="en-US" sz="1000" spc="-1" strike="noStrike">
                <a:solidFill>
                  <a:srgbClr val="fffdf7"/>
                </a:solidFill>
                <a:latin typeface="Noto Sans CJK SC"/>
              </a:rPr>
              <a:t>/ </a:t>
            </a:r>
            <a:r>
              <a:rPr b="1" lang="zh-CN" sz="1000" spc="-1" strike="noStrike">
                <a:solidFill>
                  <a:srgbClr val="fffdf7"/>
                </a:solidFill>
                <a:latin typeface="Noto Sans CJK SC"/>
              </a:rPr>
              <a:t>安全：审批超时人审；</a:t>
            </a:r>
            <a:r>
              <a:rPr b="1" lang="en-US" sz="1000" spc="-1" strike="noStrike">
                <a:solidFill>
                  <a:srgbClr val="fffdf7"/>
                </a:solidFill>
                <a:latin typeface="Noto Sans CJK SC"/>
              </a:rPr>
              <a:t>L2/L3</a:t>
            </a:r>
            <a:r>
              <a:rPr b="1" lang="zh-CN" sz="1000" spc="-1" strike="noStrike">
                <a:solidFill>
                  <a:srgbClr val="fffdf7"/>
                </a:solidFill>
                <a:latin typeface="Noto Sans CJK SC"/>
              </a:rPr>
              <a:t>；退化回滚</a:t>
            </a:r>
            <a:endParaRPr b="1" lang="en-US" sz="1000" spc="-1" strike="noStrike">
              <a:solidFill>
                <a:srgbClr val="fffdf7"/>
              </a:solidFill>
              <a:latin typeface="Noto Sans CJK SC"/>
              <a:ea typeface="Noto Sans CJK SC"/>
            </a:endParaRPr>
          </a:p>
          <a:p>
            <a:r>
              <a:rPr b="1" lang="zh-CN" sz="1000" spc="-1" strike="noStrike">
                <a:solidFill>
                  <a:srgbClr val="fffdf7"/>
                </a:solidFill>
                <a:latin typeface="Noto Sans CJK SC"/>
              </a:rPr>
              <a:t>复用 </a:t>
            </a:r>
            <a:r>
              <a:rPr b="1" lang="en-US" sz="1000" spc="-1" strike="noStrike">
                <a:solidFill>
                  <a:srgbClr val="fffdf7"/>
                </a:solidFill>
                <a:latin typeface="Noto Sans CJK SC"/>
              </a:rPr>
              <a:t>/ </a:t>
            </a:r>
            <a:r>
              <a:rPr b="1" lang="zh-CN" sz="1000" spc="-1" strike="noStrike">
                <a:solidFill>
                  <a:srgbClr val="fffdf7"/>
                </a:solidFill>
                <a:latin typeface="Noto Sans CJK SC"/>
              </a:rPr>
              <a:t>协同：全部发布流程；结果交给 </a:t>
            </a:r>
            <a:r>
              <a:rPr b="1" lang="en-US" sz="1000" spc="-1" strike="noStrike">
                <a:solidFill>
                  <a:srgbClr val="fffdf7"/>
                </a:solidFill>
                <a:latin typeface="Noto Sans CJK SC"/>
              </a:rPr>
              <a:t>Learn</a:t>
            </a:r>
            <a:endParaRPr b="1" lang="en-US" sz="1000" spc="-1" strike="noStrike">
              <a:solidFill>
                <a:srgbClr val="fffdf7"/>
              </a:solidFill>
              <a:latin typeface="Noto Sans CJK SC"/>
              <a:ea typeface="Noto Sans CJK SC"/>
            </a:endParaRPr>
          </a:p>
        </p:txBody>
      </p:sp>
      <p:sp>
        <p:nvSpPr>
          <p:cNvPr id="207" name=""/>
          <p:cNvSpPr txBox="1"/>
          <p:nvPr/>
        </p:nvSpPr>
        <p:spPr>
          <a:xfrm>
            <a:off x="6372000" y="2718000"/>
            <a:ext cx="4824000" cy="2988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000" spc="-1" strike="noStrike">
                <a:solidFill>
                  <a:srgbClr val="ccef73"/>
                </a:solidFill>
                <a:latin typeface="Noto Sans CJK SC"/>
              </a:rPr>
              <a:t>KNOWLEDGECARD v1.0</a:t>
            </a:r>
            <a:r>
              <a:rPr b="1" lang="zh-CN" sz="1000" spc="-1" strike="noStrike">
                <a:solidFill>
                  <a:srgbClr val="ccef73"/>
                </a:solidFill>
                <a:latin typeface="Noto Sans CJK SC"/>
              </a:rPr>
              <a:t>｜自定义 </a:t>
            </a:r>
            <a:r>
              <a:rPr b="1" lang="en-US" sz="1000" spc="-1" strike="noStrike">
                <a:solidFill>
                  <a:srgbClr val="ccef73"/>
                </a:solidFill>
                <a:latin typeface="Noto Sans CJK SC"/>
              </a:rPr>
              <a:t>/ </a:t>
            </a:r>
            <a:r>
              <a:rPr b="1" lang="zh-CN" sz="1000" spc="-1" strike="noStrike">
                <a:solidFill>
                  <a:srgbClr val="ccef73"/>
                </a:solidFill>
                <a:latin typeface="Noto Sans CJK SC"/>
              </a:rPr>
              <a:t>复盘沉淀</a:t>
            </a:r>
            <a:endParaRPr b="1" lang="en-US" sz="1000" spc="-1" strike="noStrike">
              <a:solidFill>
                <a:srgbClr val="ccef73"/>
              </a:solidFill>
              <a:latin typeface="Noto Sans CJK SC"/>
              <a:ea typeface="Noto Sans CJK SC"/>
            </a:endParaRPr>
          </a:p>
          <a:p>
            <a:r>
              <a:rPr b="1" lang="en-US" sz="1000" spc="-1" strike="noStrike">
                <a:solidFill>
                  <a:srgbClr val="ccef73"/>
                </a:solidFill>
                <a:latin typeface="Noto Sans CJK SC"/>
              </a:rPr>
              <a:t>I/O</a:t>
            </a:r>
            <a:r>
              <a:rPr b="1" lang="zh-CN" sz="1000" spc="-1" strike="noStrike">
                <a:solidFill>
                  <a:srgbClr val="ccef73"/>
                </a:solidFill>
                <a:latin typeface="Noto Sans CJK SC"/>
              </a:rPr>
              <a:t>：</a:t>
            </a:r>
            <a:r>
              <a:rPr b="1" lang="en-US" sz="1000" spc="-1" strike="noStrike">
                <a:solidFill>
                  <a:srgbClr val="ccef73"/>
                </a:solidFill>
                <a:latin typeface="Noto Sans CJK SC"/>
              </a:rPr>
              <a:t>Trace + Outcome → Case Card / </a:t>
            </a:r>
            <a:r>
              <a:rPr b="1" lang="zh-CN" sz="1000" spc="-1" strike="noStrike">
                <a:solidFill>
                  <a:srgbClr val="ccef73"/>
                </a:solidFill>
                <a:latin typeface="Noto Sans CJK SC"/>
              </a:rPr>
              <a:t>预防规则</a:t>
            </a:r>
            <a:endParaRPr b="1" lang="en-US" sz="1000" spc="-1" strike="noStrike">
              <a:solidFill>
                <a:srgbClr val="ccef73"/>
              </a:solidFill>
              <a:latin typeface="Noto Sans CJK SC"/>
              <a:ea typeface="Noto Sans CJK SC"/>
            </a:endParaRPr>
          </a:p>
          <a:p>
            <a:r>
              <a:rPr b="1" lang="zh-CN" sz="1000" spc="-1" strike="noStrike">
                <a:solidFill>
                  <a:srgbClr val="ccef73"/>
                </a:solidFill>
                <a:latin typeface="Noto Sans CJK SC"/>
              </a:rPr>
              <a:t>条件：达到终态｜依赖：</a:t>
            </a:r>
            <a:r>
              <a:rPr b="1" lang="en-US" sz="1000" spc="-1" strike="noStrike">
                <a:solidFill>
                  <a:srgbClr val="ccef73"/>
                </a:solidFill>
                <a:latin typeface="Noto Sans CJK SC"/>
              </a:rPr>
              <a:t>Knowledge Tool</a:t>
            </a:r>
            <a:endParaRPr b="1" lang="en-US" sz="1000" spc="-1" strike="noStrike">
              <a:solidFill>
                <a:srgbClr val="ccef73"/>
              </a:solidFill>
              <a:latin typeface="Noto Sans CJK SC"/>
              <a:ea typeface="Noto Sans CJK SC"/>
            </a:endParaRPr>
          </a:p>
          <a:p>
            <a:r>
              <a:rPr b="1" lang="zh-CN" sz="1000" spc="-1" strike="noStrike">
                <a:solidFill>
                  <a:srgbClr val="ccef73"/>
                </a:solidFill>
                <a:latin typeface="Noto Sans CJK SC"/>
              </a:rPr>
              <a:t>失败 </a:t>
            </a:r>
            <a:r>
              <a:rPr b="1" lang="en-US" sz="1000" spc="-1" strike="noStrike">
                <a:solidFill>
                  <a:srgbClr val="ccef73"/>
                </a:solidFill>
                <a:latin typeface="Noto Sans CJK SC"/>
              </a:rPr>
              <a:t>/ </a:t>
            </a:r>
            <a:r>
              <a:rPr b="1" lang="zh-CN" sz="1000" spc="-1" strike="noStrike">
                <a:solidFill>
                  <a:srgbClr val="ccef73"/>
                </a:solidFill>
                <a:latin typeface="Noto Sans CJK SC"/>
              </a:rPr>
              <a:t>安全：脱敏失败生成待审草稿，不写入</a:t>
            </a:r>
            <a:endParaRPr b="1" lang="en-US" sz="1000" spc="-1" strike="noStrike">
              <a:solidFill>
                <a:srgbClr val="ccef73"/>
              </a:solidFill>
              <a:latin typeface="Noto Sans CJK SC"/>
              <a:ea typeface="Noto Sans CJK SC"/>
            </a:endParaRPr>
          </a:p>
          <a:p>
            <a:endParaRPr b="1" lang="en-US" sz="1000" spc="-1" strike="noStrike">
              <a:solidFill>
                <a:srgbClr val="ccef73"/>
              </a:solidFill>
              <a:latin typeface="Noto Sans CJK SC"/>
              <a:ea typeface="Noto Sans CJK SC"/>
            </a:endParaRPr>
          </a:p>
          <a:p>
            <a:r>
              <a:rPr b="1" lang="en-US" sz="1000" spc="-1" strike="noStrike">
                <a:solidFill>
                  <a:srgbClr val="ccef73"/>
                </a:solidFill>
                <a:latin typeface="Noto Sans CJK SC"/>
              </a:rPr>
              <a:t>SLS QUERY v0.0.2</a:t>
            </a:r>
            <a:r>
              <a:rPr b="1" lang="zh-CN" sz="1000" spc="-1" strike="noStrike">
                <a:solidFill>
                  <a:srgbClr val="ccef73"/>
                </a:solidFill>
                <a:latin typeface="Noto Sans CJK SC"/>
              </a:rPr>
              <a:t>｜官方用云 </a:t>
            </a:r>
            <a:r>
              <a:rPr b="1" lang="en-US" sz="1000" spc="-1" strike="noStrike">
                <a:solidFill>
                  <a:srgbClr val="ccef73"/>
                </a:solidFill>
                <a:latin typeface="Noto Sans CJK SC"/>
              </a:rPr>
              <a:t>/ </a:t>
            </a:r>
            <a:r>
              <a:rPr b="1" lang="zh-CN" sz="1000" spc="-1" strike="noStrike">
                <a:solidFill>
                  <a:srgbClr val="ccef73"/>
                </a:solidFill>
                <a:latin typeface="Noto Sans CJK SC"/>
              </a:rPr>
              <a:t>日志证据</a:t>
            </a:r>
            <a:endParaRPr b="1" lang="en-US" sz="1000" spc="-1" strike="noStrike">
              <a:solidFill>
                <a:srgbClr val="ccef73"/>
              </a:solidFill>
              <a:latin typeface="Noto Sans CJK SC"/>
              <a:ea typeface="Noto Sans CJK SC"/>
            </a:endParaRPr>
          </a:p>
          <a:p>
            <a:r>
              <a:rPr b="1" lang="en-US" sz="1000" spc="-1" strike="noStrike">
                <a:solidFill>
                  <a:srgbClr val="ccef73"/>
                </a:solidFill>
                <a:latin typeface="Noto Sans CJK SC"/>
              </a:rPr>
              <a:t>I/O</a:t>
            </a:r>
            <a:r>
              <a:rPr b="1" lang="zh-CN" sz="1000" spc="-1" strike="noStrike">
                <a:solidFill>
                  <a:srgbClr val="ccef73"/>
                </a:solidFill>
                <a:latin typeface="Noto Sans CJK SC"/>
              </a:rPr>
              <a:t>：</a:t>
            </a:r>
            <a:r>
              <a:rPr b="1" lang="en-US" sz="1000" spc="-1" strike="noStrike">
                <a:solidFill>
                  <a:srgbClr val="ccef73"/>
                </a:solidFill>
                <a:latin typeface="Noto Sans CJK SC"/>
              </a:rPr>
              <a:t>Project + Logstore + Intent → Logs / Aggregates</a:t>
            </a:r>
            <a:endParaRPr b="1" lang="en-US" sz="1000" spc="-1" strike="noStrike">
              <a:solidFill>
                <a:srgbClr val="ccef73"/>
              </a:solidFill>
              <a:latin typeface="Noto Sans CJK SC"/>
              <a:ea typeface="Noto Sans CJK SC"/>
            </a:endParaRPr>
          </a:p>
          <a:p>
            <a:r>
              <a:rPr b="1" lang="zh-CN" sz="1000" spc="-1" strike="noStrike">
                <a:solidFill>
                  <a:srgbClr val="ccef73"/>
                </a:solidFill>
                <a:latin typeface="Noto Sans CJK SC"/>
              </a:rPr>
              <a:t>条件：显式云配置｜依赖：</a:t>
            </a:r>
            <a:r>
              <a:rPr b="1" lang="en-US" sz="1000" spc="-1" strike="noStrike">
                <a:solidFill>
                  <a:srgbClr val="ccef73"/>
                </a:solidFill>
                <a:latin typeface="Noto Sans CJK SC"/>
              </a:rPr>
              <a:t>Aliyun CLI ≥ 3.3.8</a:t>
            </a:r>
            <a:endParaRPr b="1" lang="en-US" sz="1000" spc="-1" strike="noStrike">
              <a:solidFill>
                <a:srgbClr val="ccef73"/>
              </a:solidFill>
              <a:latin typeface="Noto Sans CJK SC"/>
              <a:ea typeface="Noto Sans CJK SC"/>
            </a:endParaRPr>
          </a:p>
          <a:p>
            <a:r>
              <a:rPr b="1" lang="zh-CN" sz="1000" spc="-1" strike="noStrike">
                <a:solidFill>
                  <a:srgbClr val="ccef73"/>
                </a:solidFill>
                <a:latin typeface="Noto Sans CJK SC"/>
              </a:rPr>
              <a:t>失败 </a:t>
            </a:r>
            <a:r>
              <a:rPr b="1" lang="en-US" sz="1000" spc="-1" strike="noStrike">
                <a:solidFill>
                  <a:srgbClr val="ccef73"/>
                </a:solidFill>
                <a:latin typeface="Noto Sans CJK SC"/>
              </a:rPr>
              <a:t>/ </a:t>
            </a:r>
            <a:r>
              <a:rPr b="1" lang="zh-CN" sz="1000" spc="-1" strike="noStrike">
                <a:solidFill>
                  <a:srgbClr val="ccef73"/>
                </a:solidFill>
                <a:latin typeface="Noto Sans CJK SC"/>
              </a:rPr>
              <a:t>安全：无凭据即停止；</a:t>
            </a:r>
            <a:r>
              <a:rPr b="1" lang="en-US" sz="1000" spc="-1" strike="noStrike">
                <a:solidFill>
                  <a:srgbClr val="ccef73"/>
                </a:solidFill>
                <a:latin typeface="Noto Sans CJK SC"/>
              </a:rPr>
              <a:t>GetIndex / GetLogsV2 </a:t>
            </a:r>
            <a:r>
              <a:rPr b="1" lang="zh-CN" sz="1000" spc="-1" strike="noStrike">
                <a:solidFill>
                  <a:srgbClr val="ccef73"/>
                </a:solidFill>
                <a:latin typeface="Noto Sans CJK SC"/>
              </a:rPr>
              <a:t>只读</a:t>
            </a:r>
            <a:endParaRPr b="1" lang="en-US" sz="1000" spc="-1" strike="noStrike">
              <a:solidFill>
                <a:srgbClr val="ccef73"/>
              </a:solidFill>
              <a:latin typeface="Noto Sans CJK SC"/>
              <a:ea typeface="Noto Sans CJK SC"/>
            </a:endParaRPr>
          </a:p>
          <a:p>
            <a:r>
              <a:rPr b="1" lang="zh-CN" sz="1000" spc="-1" strike="noStrike">
                <a:solidFill>
                  <a:srgbClr val="ccef73"/>
                </a:solidFill>
                <a:latin typeface="Noto Sans CJK SC"/>
              </a:rPr>
              <a:t>协同：</a:t>
            </a:r>
            <a:r>
              <a:rPr b="1" lang="en-US" sz="1000" spc="-1" strike="noStrike">
                <a:solidFill>
                  <a:srgbClr val="ccef73"/>
                </a:solidFill>
                <a:latin typeface="Noto Sans CJK SC"/>
              </a:rPr>
              <a:t>Intake / RCA</a:t>
            </a:r>
            <a:r>
              <a:rPr b="1" lang="zh-CN" sz="1000" spc="-1" strike="noStrike">
                <a:solidFill>
                  <a:srgbClr val="ccef73"/>
                </a:solidFill>
                <a:latin typeface="Noto Sans CJK SC"/>
              </a:rPr>
              <a:t>；默认 </a:t>
            </a:r>
            <a:r>
              <a:rPr b="1" lang="en-US" sz="1000" spc="-1" strike="noStrike">
                <a:solidFill>
                  <a:srgbClr val="ccef73"/>
                </a:solidFill>
                <a:latin typeface="Noto Sans CJK SC"/>
              </a:rPr>
              <a:t>Demo </a:t>
            </a:r>
            <a:r>
              <a:rPr b="1" lang="zh-CN" sz="1000" spc="-1" strike="noStrike">
                <a:solidFill>
                  <a:srgbClr val="ccef73"/>
                </a:solidFill>
                <a:latin typeface="Noto Sans CJK SC"/>
              </a:rPr>
              <a:t>使用 </a:t>
            </a:r>
            <a:r>
              <a:rPr b="1" lang="en-US" sz="1000" spc="-1" strike="noStrike">
                <a:solidFill>
                  <a:srgbClr val="ccef73"/>
                </a:solidFill>
                <a:latin typeface="Noto Sans CJK SC"/>
              </a:rPr>
              <a:t>Fixture </a:t>
            </a:r>
            <a:r>
              <a:rPr b="1" lang="zh-CN" sz="1000" spc="-1" strike="noStrike">
                <a:solidFill>
                  <a:srgbClr val="ccef73"/>
                </a:solidFill>
                <a:latin typeface="Noto Sans CJK SC"/>
              </a:rPr>
              <a:t>回退</a:t>
            </a:r>
            <a:endParaRPr b="1" lang="en-US" sz="1000" spc="-1" strike="noStrike">
              <a:solidFill>
                <a:srgbClr val="ccef73"/>
              </a:solidFill>
              <a:latin typeface="Noto Sans CJK SC"/>
              <a:ea typeface="Noto Sans CJK SC"/>
            </a:endParaRPr>
          </a:p>
        </p:txBody>
      </p:sp>
      <p:sp>
        <p:nvSpPr>
          <p:cNvPr id="208" name=""/>
          <p:cNvSpPr txBox="1"/>
          <p:nvPr/>
        </p:nvSpPr>
        <p:spPr>
          <a:xfrm>
            <a:off x="720000" y="6408000"/>
            <a:ext cx="7380000" cy="126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b8c9c2"/>
                </a:solidFill>
                <a:latin typeface="Courier New"/>
              </a:rPr>
              <a:t>AgentTeams · Skill · MCP 2025-06-18 · RAG · Evidence-first</a:t>
            </a:r>
            <a:endParaRPr b="0" lang="en-US" sz="900" spc="-1" strike="noStrike">
              <a:solidFill>
                <a:srgbClr val="b8c9c2"/>
              </a:solidFill>
              <a:latin typeface="Courier New"/>
            </a:endParaRPr>
          </a:p>
        </p:txBody>
      </p:sp>
      <p:sp>
        <p:nvSpPr>
          <p:cNvPr id="209" name=""/>
          <p:cNvSpPr txBox="1"/>
          <p:nvPr/>
        </p:nvSpPr>
        <p:spPr>
          <a:xfrm>
            <a:off x="10980000" y="6408000"/>
            <a:ext cx="504000" cy="126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b8c9c2"/>
                </a:solidFill>
                <a:latin typeface="Courier New"/>
              </a:rPr>
              <a:t>17</a:t>
            </a:r>
            <a:endParaRPr b="0" lang="en-US" sz="900" spc="-1" strike="noStrike">
              <a:solidFill>
                <a:srgbClr val="b8c9c2"/>
              </a:solidFill>
              <a:latin typeface="Courier New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LibreOffice/7.3.7.2$Linux_X86_64 LibreOffice_project/30$Build-2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2026-08-13T22:17:33Z</dcterms:created>
  <dc:creator/>
  <dc:description/>
  <dc:language>en-US</dc:language>
  <cp:lastModifiedBy/>
  <dcterms:modified xsi:type="dcterms:W3CDTF">2026-08-13T22:17:35Z</dcterms:modified>
  <cp:revision>1</cp:revision>
  <dc:subject/>
  <dc:title/>
</cp:coreProperties>
</file>